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Groups with known absolute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" name="G1"/>
          <p:cNvGrpSpPr/>
          <p:nvPr/>
        </p:nvGrpSpPr>
        <p:grpSpPr>
          <a:xfrm>
            <a:off x="360000" y="360000"/>
            <a:ext cx="3600000" cy="1800000"/>
            <a:chOff x="0" y="0"/>
            <a:chExt cx="7200000" cy="3600000"/>
          </a:xfrm>
        </p:grpSpPr>
        <p:grpSp>
          <p:nvGrpSpPr>
            <p:cNvPr id="20" name="G2"/>
            <p:cNvGrpSpPr/>
            <p:nvPr/>
          </p:nvGrpSpPr>
          <p:grpSpPr>
            <a:xfrm>
              <a:off x="720000" y="720000"/>
              <a:ext cx="2880000" cy="1440000"/>
              <a:chOff x="360000" y="360000"/>
              <a:chExt cx="1440000" cy="720000"/>
            </a:xfrm>
          </p:grpSpPr>
          <p:sp>
            <p:nvSpPr>
              <p:cNvPr id="21" name="A"/>
              <p:cNvSpPr/>
              <p:nvPr/>
            </p:nvSpPr>
            <p:spPr>
              <a:xfrm>
                <a:off x="360000" y="360000"/>
                <a:ext cx="720000" cy="360000"/>
              </a:xfrm>
              <a:prstGeom prst="rect">
                <a:avLst/>
              </a:prstGeom>
              <a:solidFill>
                <a:srgbClr val="1E2761"/>
              </a:solidFill>
            </p:spPr>
          </p:sp>
          <p:sp>
            <p:nvSpPr>
              <p:cNvPr id="22" name="B"/>
              <p:cNvSpPr/>
              <p:nvPr/>
            </p:nvSpPr>
            <p:spPr>
              <a:xfrm>
                <a:off x="1080000" y="720000"/>
                <a:ext cx="360000" cy="360000"/>
              </a:xfrm>
              <a:prstGeom prst="rect">
                <a:avLst/>
              </a:prstGeom>
              <a:solidFill>
                <a:srgbClr val="1E2761"/>
              </a:solidFill>
            </p:spPr>
          </p:sp>
        </p:grpSp>
        <p:sp>
          <p:nvSpPr>
            <p:cNvPr id="11" name="C"/>
            <p:cNvSpPr/>
            <p:nvPr/>
          </p:nvSpPr>
          <p:spPr>
            <a:xfrm>
              <a:off x="4320000" y="2160000"/>
              <a:ext cx="1440000" cy="720000"/>
            </a:xfrm>
            <a:prstGeom prst="rect">
              <a:avLst/>
            </a:prstGeom>
            <a:solidFill>
              <a:srgbClr val="1E2761"/>
            </a:solidFill>
          </p:spPr>
        </p:sp>
        <p:grpSp>
          <p:nvGrpSpPr>
            <p:cNvPr id="30" name="G3"/>
            <p:cNvGrpSpPr/>
            <p:nvPr/>
          </p:nvGrpSpPr>
          <p:grpSpPr>
            <a:xfrm rot="5400000">
              <a:off x="5040000" y="360000"/>
              <a:ext cx="1440000" cy="720000"/>
              <a:chOff x="0" y="0"/>
              <a:chExt cx="1440000" cy="720000"/>
            </a:xfrm>
          </p:grpSpPr>
          <p:sp>
            <p:nvSpPr>
              <p:cNvPr id="31" name="D"/>
              <p:cNvSpPr/>
              <p:nvPr/>
            </p:nvSpPr>
            <p:spPr>
              <a:xfrm>
                <a:off x="0" y="0"/>
                <a:ext cx="720000" cy="360000"/>
              </a:xfrm>
              <a:prstGeom prst="rect">
                <a:avLst/>
              </a:prstGeom>
              <a:solidFill>
                <a:srgbClr val="1E2761"/>
              </a:solid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