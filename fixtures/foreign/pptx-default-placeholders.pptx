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Placeholder title from the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that inherits its box and size from the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