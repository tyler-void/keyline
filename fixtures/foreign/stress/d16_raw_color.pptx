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avy panel"/>
          <p:cNvSpPr/>
          <p:nvPr userDrawn="1"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4114800" cy="2743200"/>
          </a:xfrm>
        </p:spPr>
        <p:txBody>
          <a:bodyPr/>
          <a:lstStyle>
            <a:lvl1pPr algn="l"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</a:rPr>
              <a:t>Color semantics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Dark slide via color map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Body text with no explicit color uses tx1, which this slide maps to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A second paragraph keeps the lower half of the slide from looking empty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Background maps bg1 to dark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This dark grey sentence sits on a black background and is hard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A second paragraph keeps the lower half of the slide from looking empty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 the layout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6858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</a:rPr>
              <a:t>The body text sits on the white right half of the slide, next to the navy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Translucent 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120640" cy="4206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000000"/>
                </a:solidFill>
              </a:rPr>
              <a:t>Black text on a pale translucent card reads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828800"/>
            <a:ext cx="5120640" cy="4206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White text on the same pale card cannot be 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Text box a bit larger than its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White text centred on the navy card, in a box slightly larger than the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Faded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0789920" cy="4206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>
                    <a:alpha val="25000"/>
                  </a:srgbClr>
                </a:solidFill>
              </a:rPr>
              <a:t>This white sentence is drawn at twenty five percent opacity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