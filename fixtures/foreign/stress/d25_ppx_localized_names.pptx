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êu đề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Localized names</a:t>
            </a:r>
          </a:p>
        </p:txBody>
      </p:sp>
      <p:sp>
        <p:nvSpPr>
          <p:cNvPr id="3" name="タイトル 2"/>
          <p:cNvSpPr txBox="1"/>
          <p:nvPr/>
        </p:nvSpPr>
        <p:spPr>
          <a:xfrm>
            <a:off x="182880" y="18288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>
                <a:solidFill>
                  <a:srgbClr val="CCCCCC"/>
                </a:solidFill>
              </a:rPr>
              <a:t>Grey text near the edge of the slide here</a:t>
            </a:r>
          </a:p>
        </p:txBody>
      </p:sp>
      <p:sp>
        <p:nvSpPr>
          <p:cNvPr id="4" name="Textfeld 3 – Übersicht"/>
          <p:cNvSpPr txBox="1"/>
          <p:nvPr/>
        </p:nvSpPr>
        <p:spPr>
          <a:xfrm>
            <a:off x="182880" y="32004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>
                <a:solidFill>
                  <a:srgbClr val="CCCCCC"/>
                </a:solidFill>
              </a:rPr>
              <a:t>Grey text near the edge of the slide here</a:t>
            </a:r>
          </a:p>
        </p:txBody>
      </p:sp>
      <p:sp>
        <p:nvSpPr>
          <p:cNvPr id="5" name="Box 🚀 4"/>
          <p:cNvSpPr txBox="1"/>
          <p:nvPr/>
        </p:nvSpPr>
        <p:spPr>
          <a:xfrm>
            <a:off x="182880" y="45720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>
                <a:solidFill>
                  <a:srgbClr val="CCCCCC"/>
                </a:solidFill>
              </a:rPr>
              <a:t>Grey text near the edge of the slide here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Tyler</cp:lastModifiedBy>
  <cp:revision>1</cp:revision>
  <dcterms:created xsi:type="dcterms:W3CDTF">2013-01-27T09:14:16Z</dcterms:created>
  <dcterms:modified xsi:type="dcterms:W3CDTF">2013-01-27T09:15:58Z</dcterms:modified>
  <cp:category/>
</cp:coreProperties>
</file>