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999999999999999999999999999999999999999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202020"/>
                </a:solidFill>
              </a:rPr>
              <a:t>A paragraph of body text with more than five words in it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14400" y="3657600"/>
            <a:ext cx="4572000" cy="914400"/>
            <a:chOff x="914400" y="3657600"/>
            <a:chExt cx="4572000" cy="914400"/>
          </a:xfrm>
        </p:grpSpPr>
        <p:sp>
          <p:nvSpPr>
            <p:cNvPr id="5" name="Rectangle 4"/>
            <p:cNvSpPr/>
            <p:nvPr/>
          </p:nvSpPr>
          <p:spPr>
            <a:xfrm>
              <a:off x="914400" y="36576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In group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657600" y="36576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Also in group</a:t>
              </a:r>
            </a:p>
          </p:txBody>
        </p:sp>
      </p:grpSp>
      <p:cxnSp>
        <p:nvCxnSpPr>
          <p:cNvPr id="7" name="Connector 6"/>
          <p:cNvCxnSpPr>
            <a:stCxn id="5" idx="3"/>
            <a:endCxn id="6" idx="1"/>
          </p:cNvCxnSpPr>
          <p:nvPr/>
        </p:nvCxnSpPr>
        <p:spPr>
          <a:xfrm>
            <a:off x="2743200" y="411480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</cp:lastModifiedBy>
  <cp:revision>1</cp:revision>
  <dcterms:created xsi:type="dcterms:W3CDTF">2013-01-27T09:14:16Z</dcterms:created>
  <dcterms:modified xsi:type="dcterms:W3CDTF">2013-01-27T09:15:58Z</dcterms:modified>
  <cp:category/>
</cp:coreProperties>
</file>