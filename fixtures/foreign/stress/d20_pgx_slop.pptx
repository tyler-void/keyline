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5</c:v>
                </c:pt>
                <c:pt idx="2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arrows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overflow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5603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0000"/>
                </a:solidFill>
              </a:rPr>
              <a:t>Generated deck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</a:rPr>
              <a:t>Accent bar under the title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097280" cy="109728"/>
          </a:xfrm>
          <a:prstGeom prst="rect">
            <a:avLst/>
          </a:prstGeom>
          <a:solidFill>
            <a:srgbClr val="E8422E"/>
          </a:solidFill>
          <a:ln w="12700">
            <a:solidFill>
              <a:srgbClr val="E842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0116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Body text sits below the accent bar and fills the slide area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3840480"/>
            <a:ext cx="110642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A second block of text keeps the lower part of the slide in use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</a:rPr>
              <a:t>Four pillars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560320" cy="3291840"/>
          </a:xfrm>
          <a:prstGeom prst="roundRect">
            <a:avLst>
              <a:gd name="adj" fmla="val 3571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737360"/>
            <a:ext cx="25603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1B4B"/>
                </a:solidFill>
              </a:rPr>
              <a:t>Speed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383280" y="1737360"/>
            <a:ext cx="2560320" cy="3291840"/>
          </a:xfrm>
          <a:prstGeom prst="roundRect">
            <a:avLst>
              <a:gd name="adj" fmla="val 3571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0" y="1737360"/>
            <a:ext cx="25603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1B4B"/>
                </a:solidFill>
              </a:rPr>
              <a:t>Cost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217920" y="1737360"/>
            <a:ext cx="2560320" cy="3291840"/>
          </a:xfrm>
          <a:prstGeom prst="roundRect">
            <a:avLst>
              <a:gd name="adj" fmla="val 3571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0" y="1737360"/>
            <a:ext cx="25603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1B4B"/>
                </a:solidFill>
              </a:rPr>
              <a:t>Quality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052560" y="1737360"/>
            <a:ext cx="2560320" cy="3291840"/>
          </a:xfrm>
          <a:prstGeom prst="roundRect">
            <a:avLst>
              <a:gd name="adj" fmla="val 3571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0" y="1737360"/>
            <a:ext cx="25603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1B4B"/>
                </a:solidFill>
              </a:rPr>
              <a:t>Trust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48640" y="53949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Each pillar has one owner and one measurable target for the year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</a:rPr>
              <a:t>Three steps with arrows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3017520" cy="329184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Plan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0" y="3108960"/>
            <a:ext cx="731520" cy="548640"/>
          </a:xfrm>
          <a:prstGeom prst="rightArrow">
            <a:avLst/>
          </a:prstGeom>
          <a:solidFill>
            <a:srgbClr val="999999"/>
          </a:solidFill>
          <a:ln/>
        </p:spPr>
      </p:sp>
      <p:sp>
        <p:nvSpPr>
          <p:cNvPr id="5" name="Text 3"/>
          <p:cNvSpPr/>
          <p:nvPr/>
        </p:nvSpPr>
        <p:spPr>
          <a:xfrm>
            <a:off x="4480560" y="1737360"/>
            <a:ext cx="3017520" cy="329184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Build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589520" y="3108960"/>
            <a:ext cx="731520" cy="548640"/>
          </a:xfrm>
          <a:prstGeom prst="rightArrow">
            <a:avLst/>
          </a:prstGeom>
          <a:solidFill>
            <a:srgbClr val="999999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0" y="1737360"/>
            <a:ext cx="3017520" cy="329184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Ship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53949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Work moves from left to right through three stages every sprint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</a:rPr>
              <a:t>Three steps with lines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3017520" cy="329184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Plan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566160" y="3383280"/>
            <a:ext cx="914400" cy="0"/>
          </a:xfrm>
          <a:prstGeom prst="line">
            <a:avLst/>
          </a:prstGeom>
          <a:noFill/>
          <a:ln w="2540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5" name="Text 3"/>
          <p:cNvSpPr/>
          <p:nvPr/>
        </p:nvSpPr>
        <p:spPr>
          <a:xfrm>
            <a:off x="4480560" y="1737360"/>
            <a:ext cx="3017520" cy="329184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Build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498080" y="3383280"/>
            <a:ext cx="914400" cy="0"/>
          </a:xfrm>
          <a:prstGeom prst="line">
            <a:avLst/>
          </a:prstGeom>
          <a:noFill/>
          <a:ln w="2540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8412480" y="1737360"/>
            <a:ext cx="3017520" cy="329184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Ship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53949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Work moves from left to right through three stages every sprint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</a:rPr>
              <a:t>Overflowing table and chart</a:t>
            </a:r>
            <a:endParaRPr lang="en-US" sz="3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3441680" cy="1828800"/>
        </p:xfrm>
        <a:graphic>
          <a:graphicData uri="http://schemas.openxmlformats.org/drawingml/2006/table">
            <a:tbl>
              <a:tblPr/>
              <a:tblGrid>
                <a:gridCol w="2688336"/>
                <a:gridCol w="2688336"/>
                <a:gridCol w="2688336"/>
                <a:gridCol w="2688336"/>
                <a:gridCol w="2688336"/>
              </a:tblGrid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Region</a:t>
                      </a:r>
                      <a:endParaRPr lang="en-US" sz="1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Q1</a:t>
                      </a:r>
                      <a:endParaRPr lang="en-US" sz="1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Q2</a:t>
                      </a:r>
                      <a:endParaRPr lang="en-US" sz="1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Q3</a:t>
                      </a:r>
                      <a:endParaRPr lang="en-US" sz="1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Q4</a:t>
                      </a:r>
                      <a:endParaRPr lang="en-US" sz="1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North</a:t>
                      </a:r>
                      <a:endParaRPr lang="en-US" sz="1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1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lang="en-US" sz="1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1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18</a:t>
                      </a:r>
                      <a:endParaRPr lang="en-US" sz="1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South</a:t>
                      </a:r>
                      <a:endParaRPr lang="en-US" sz="1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1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Chart 0" descr=""/>
          <p:cNvGraphicFramePr/>
          <p:nvPr/>
        </p:nvGraphicFramePr>
        <p:xfrm>
          <a:off x="548640" y="3749040"/>
          <a:ext cx="54864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</a:rPr>
              <a:t>Line under the title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1371600" cy="0"/>
          </a:xfrm>
          <a:prstGeom prst="line">
            <a:avLst/>
          </a:prstGeom>
          <a:noFill/>
          <a:ln w="38100">
            <a:solidFill>
              <a:srgbClr val="E842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0116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Body text sits below the accent line and fills the slide area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3840480"/>
            <a:ext cx="110642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A second block of text keeps the lower part of the slide in use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Tyler</dc:creator>
  <cp:lastModifiedBy>Tyler</cp:lastModifiedBy>
  <cp:revision>1</cp:revision>
  <dcterms:created xsi:type="dcterms:W3CDTF">2026-09-24T18:36:09Z</dcterms:created>
  <dcterms:modified xsi:type="dcterms:W3CDTF">2026-09-24T18:36:09Z</dcterms:modified>
</cp:coreProperties>
</file>