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5C43181-3327-476A-9AEF-1D8B92ECAA5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cover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6A40AB-5208-4F86-8400-2B40CB2700C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overflowing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E97607-1A10-4110-AEB4-012DCB427F0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72DACF-604B-4643-8090-4F621D0A9C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CE5E9B-D26B-4D84-B2F7-5501A80B1E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4D50ABF-608A-465C-8C0F-C2AB7439E2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E95AB21-2EFA-468E-A259-5017ACC82A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7568BB3-79E1-4C05-9567-674718C870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C2C9436-C2B8-45A9-8C5F-8AC4BC6EF9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BAF82A6-261E-48AD-A941-02476E53C0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9B8E82C-A7A8-40CC-8412-FFFA15EEE7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949EA85-6E5B-40B9-9E52-0CCE128734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BB48FB5-10B3-492C-AC74-222FF28414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63843B1-D383-49CD-8F6B-D070E7C5A5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1A3222-0292-496C-A078-38122C30CC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FF7BEE-15B2-4557-AD32-8B8D2D2E88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5E7014-CAFC-4E8F-A38A-6E357F427E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A992BF-4C04-4C20-8CFE-4B8990C300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C62288-96A6-4E13-B2AF-5E4EA7E806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47B36D-8798-4620-AB91-D506433D48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03E890-B41E-4EBA-9323-FE7E4488F6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950E45-3BC2-48F3-83DD-748BDE5298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6FA839-2DEC-43CF-B99C-768CAF52D4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EF9AEE-3C17-4761-AF4F-9CD8DAEA6E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6505B0-45CB-4108-AED9-8593408016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Autofit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LibreOffice computes the shrink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Too much text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8122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Revenue grew in every region this year, led by the north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Costs stayed flat for the second year in a row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Hiring is on plan for all teams except support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Two new warehouses opened in the spring and summer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Customer complaints fell for the third straight quarter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Shipping times dropped by eleven percent overall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new carrier contract starts in the first quarter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 will review the pricing model before the next budget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Inventory turns improved in every warehouse we run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Next year we plan to open one more site in the east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Revenue grew in every region this year, led by the north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Costs stayed flat for the second year in a row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Hiring is on plan for all teams except support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Two new warehouses opened in the spring and summer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Customer complaints fell for the third straight quarter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Shipping times dropped by eleven percent overall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new carrier contract starts in the first quarter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 will review the pricing model before the next budget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Inventory turns improved in every warehouse we run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Next year we plan to open one more site in the east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Tyler</dc:creator>
  <dc:description>generated using python-pptx</dc:description>
  <dc:language>en-US</dc:language>
  <cp:lastModifiedBy>Tyler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