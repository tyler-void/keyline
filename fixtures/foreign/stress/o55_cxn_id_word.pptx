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02020"/>
                </a:solidFill>
              </a:rPr>
              <a:t>A paragraph of body text with more than five words in 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3657600"/>
            <a:ext cx="4572000" cy="914400"/>
            <a:chOff x="914400" y="3657600"/>
            <a:chExt cx="4572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in group</a:t>
              </a:r>
            </a:p>
          </p:txBody>
        </p:sp>
      </p:grpSp>
      <p:cxnSp>
        <p:nvCxnSpPr>
          <p:cNvPr id="7" name="Connector 6"/>
          <p:cNvCxnSpPr>
            <a:stCxn id="first" idx="3"/>
            <a:endCxn id="6" idx="1"/>
          </p:cNvCxnSpPr>
          <p:nvPr/>
        </p:nvCxnSpPr>
        <p:spPr>
          <a:xfrm>
            <a:off x="2743200" y="41148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