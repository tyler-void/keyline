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purl.oclc.org/ooxml/officeDocument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purl.oclc.org/ooxml/officeDocument/relationships/extended-properties" Target="docProps/app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conformance="strict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purl.oclc.org/ooxml/drawingml/main" def="{5C22544A-7EE6-4342-B048-85BDC9FD1C3A}"/>
</file>

<file path=ppt/viewProps.xml><?xml version="1.0" encoding="utf-8"?>
<p:viewPr xmlns:a="http://purl.oclc.org/ooxml/drawingml/main" xmlns:r="http://purl.oclc.org/ooxml/officeDocument/relationships" xmlns:p="http://purl.oclc.org/ooxml/presentationml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purl.oclc.org/ooxml/officeDocument/relationships/slideMaster" Target="slideMasters/slideMaster1.xml"/><Relationship Id="rId2" Type="http://purl.oclc.org/ooxml/officeDocument/relationships/printerSettings" Target="printerSettings/printerSettings1.bin"/><Relationship Id="rId3" Type="http://purl.oclc.org/ooxml/officeDocument/relationships/presProps" Target="presProps.xml"/><Relationship Id="rId4" Type="http://purl.oclc.org/ooxml/officeDocument/relationships/viewProps" Target="viewProps.xml"/><Relationship Id="rId5" Type="http://purl.oclc.org/ooxml/officeDocument/relationships/theme" Target="theme/theme1.xml"/><Relationship Id="rId6" Type="http://purl.oclc.org/ooxml/officeDocument/relationships/tableStyles" Target="tableStyles.xml"/><Relationship Id="rId7" Type="http://purl.oclc.org/ooxml/officeDocument/relationships/slide" Target="slides/slide1.xml"/><Relationship Id="rId8" Type="http://purl.oclc.org/ooxml/officeDocument/relationships/notesMaster" Target="notesMasters/notesMaster1.xml"/><Relationship Id="rId9" Type="http://purl.oclc.org/ooxml/officeDocument/relationships/slide" Target="slides/slide2.xml"/><Relationship Id="rId10" Type="http://purl.oclc.org/ooxml/officeDocument/relationships/slide" Target="slides/slide3.xml"/><Relationship Id="rId11" Type="http://purl.oclc.org/ooxml/officeDocument/relationships/slide" Target="slides/slide4.xml"/><Relationship Id="rId12" Type="http://purl.oclc.org/ooxml/officeDocument/relationships/slide" Target="slides/slide5.xml"/><Relationship Id="rId13" Type="http://purl.oclc.org/ooxml/officeDocument/relationships/slide" Target="slides/slide6.xml"/><Relationship Id="rId14" Type="http://purl.oclc.org/ooxml/officeDocument/relationships/slide" Target="slides/slide7.xml"/><Relationship Id="rId15" Type="http://purl.oclc.org/ooxml/officeDocument/relationships/slide" Target="slides/slide8.xml"/><Relationship Id="rId16" Type="http://purl.oclc.org/ooxml/officeDocument/relationships/slide" Target="slides/slide9.xml"/><Relationship Id="rId17" Type="http://purl.oclc.org/ooxml/officeDocument/relationships/slide" Target="slides/slide10.xml"/><Relationship Id="rId18" Type="http://purl.oclc.org/ooxml/officeDocument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purl.oclc.org/ooxml/officeDocument/relationships/theme" Target="../theme/theme2.xml"/></Relationships>
</file>

<file path=ppt/notesMasters/notesMaster1.xml><?xml version="1.0" encoding="utf-8"?>
<p:notesMaster xmlns:a="http://purl.oclc.org/ooxml/drawingml/main" xmlns:p="http://purl.oclc.org/ooxml/presentationml/main" xmlns:r="http://purl.oclc.org/ooxml/officeDocument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purl.oclc.org/ooxml/officeDocument/relationships/notesMaster" Target="../notesMasters/notesMaster1.xml"/><Relationship Id="rId2" Type="http://purl.oclc.org/ooxml/officeDocument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purl.oclc.org/ooxml/officeDocument/relationships/notesMaster" Target="../notesMasters/notesMaster1.xml"/><Relationship Id="rId2" Type="http://purl.oclc.org/ooxml/officeDocument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purl.oclc.org/ooxml/officeDocument/relationships/notesMaster" Target="../notesMasters/notesMaster1.xml"/><Relationship Id="rId2" Type="http://purl.oclc.org/ooxml/officeDocument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purl.oclc.org/ooxml/officeDocument/relationships/notesMaster" Target="../notesMasters/notesMaster1.xml"/><Relationship Id="rId2" Type="http://purl.oclc.org/ooxml/officeDocument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purl.oclc.org/ooxml/officeDocument/relationships/notesMaster" Target="../notesMasters/notesMaster1.xml"/><Relationship Id="rId2" Type="http://purl.oclc.org/ooxml/officeDocument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purl.oclc.org/ooxml/officeDocument/relationships/notesMaster" Target="../notesMasters/notesMaster1.xml"/><Relationship Id="rId2" Type="http://purl.oclc.org/ooxml/officeDocument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purl.oclc.org/ooxml/officeDocument/relationships/notesMaster" Target="../notesMasters/notesMaster1.xml"/><Relationship Id="rId2" Type="http://purl.oclc.org/ooxml/officeDocument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purl.oclc.org/ooxml/officeDocument/relationships/notesMaster" Target="../notesMasters/notesMaster1.xml"/><Relationship Id="rId2" Type="http://purl.oclc.org/ooxml/officeDocument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purl.oclc.org/ooxml/officeDocument/relationships/notesMaster" Target="../notesMasters/notesMaster1.xml"/><Relationship Id="rId2" Type="http://purl.oclc.org/ooxml/officeDocument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purl.oclc.org/ooxml/officeDocument/relationships/notesMaster" Target="../notesMasters/notesMaster1.xml"/><Relationship Id="rId2" Type="http://purl.oclc.org/ooxml/officeDocument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purl.oclc.org/ooxml/officeDocument/relationships/notesMaster" Target="../notesMasters/notesMaster1.xml"/><Relationship Id="rId2" Type="http://purl.oclc.org/ooxml/officeDocument/relationships/slide" Target="../slides/slide11.xml"/></Relationships>
</file>

<file path=ppt/notesSlides/notesSlide1.xml><?xml version="1.0" encoding="utf-8"?>
<p:notes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%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%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purl.oclc.org/ooxml/drawingml/main" xmlns:r="http://purl.oclc.org/ooxml/officeDocument/relationships" xmlns:p="http://purl.oclc.org/ooxml/presentationml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purl.oclc.org/ooxml/officeDocument/relationships/slideLayout" Target="../slideLayouts/slideLayout1.xml"/><Relationship Id="rId2" Type="http://purl.oclc.org/ooxml/officeDocument/relationships/slideLayout" Target="../slideLayouts/slideLayout2.xml"/><Relationship Id="rId3" Type="http://purl.oclc.org/ooxml/officeDocument/relationships/slideLayout" Target="../slideLayouts/slideLayout3.xml"/><Relationship Id="rId4" Type="http://purl.oclc.org/ooxml/officeDocument/relationships/slideLayout" Target="../slideLayouts/slideLayout4.xml"/><Relationship Id="rId5" Type="http://purl.oclc.org/ooxml/officeDocument/relationships/slideLayout" Target="../slideLayouts/slideLayout5.xml"/><Relationship Id="rId6" Type="http://purl.oclc.org/ooxml/officeDocument/relationships/slideLayout" Target="../slideLayouts/slideLayout6.xml"/><Relationship Id="rId7" Type="http://purl.oclc.org/ooxml/officeDocument/relationships/slideLayout" Target="../slideLayouts/slideLayout7.xml"/><Relationship Id="rId8" Type="http://purl.oclc.org/ooxml/officeDocument/relationships/slideLayout" Target="../slideLayouts/slideLayout8.xml"/><Relationship Id="rId9" Type="http://purl.oclc.org/ooxml/officeDocument/relationships/slideLayout" Target="../slideLayouts/slideLayout9.xml"/><Relationship Id="rId10" Type="http://purl.oclc.org/ooxml/officeDocument/relationships/slideLayout" Target="../slideLayouts/slideLayout10.xml"/><Relationship Id="rId11" Type="http://purl.oclc.org/ooxml/officeDocument/relationships/slideLayout" Target="../slideLayouts/slideLayout11.xml"/><Relationship Id="rId12" Type="http://purl.oclc.org/ooxml/officeDocument/relationships/theme" Target="../theme/theme1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%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%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%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%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%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%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%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%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%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%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%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%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%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purl.oclc.org/ooxml/officeDocument/relationships/slideLayout" Target="../slideLayouts/slideLayout1.xml"/><Relationship Id="rId2" Type="http://purl.oclc.org/ooxml/officeDocument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purl.oclc.org/ooxml/officeDocument/relationships/slideLayout" Target="../slideLayouts/slideLayout2.xml"/><Relationship Id="rId2" Type="http://purl.oclc.org/ooxml/officeDocument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purl.oclc.org/ooxml/officeDocument/relationships/slideLayout" Target="../slideLayouts/slideLayout3.xml"/><Relationship Id="rId2" Type="http://purl.oclc.org/ooxml/officeDocument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purl.oclc.org/ooxml/officeDocument/relationships/slideLayout" Target="../slideLayouts/slideLayout4.xml"/><Relationship Id="rId2" Type="http://purl.oclc.org/ooxml/officeDocument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purl.oclc.org/ooxml/officeDocument/relationships/slideLayout" Target="../slideLayouts/slideLayout5.xml"/><Relationship Id="rId2" Type="http://purl.oclc.org/ooxml/officeDocument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purl.oclc.org/ooxml/officeDocument/relationships/slideLayout" Target="../slideLayouts/slideLayout6.xml"/><Relationship Id="rId2" Type="http://purl.oclc.org/ooxml/officeDocument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purl.oclc.org/ooxml/officeDocument/relationships/slideLayout" Target="../slideLayouts/slideLayout7.xml"/><Relationship Id="rId2" Type="http://purl.oclc.org/ooxml/officeDocument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purl.oclc.org/ooxml/officeDocument/relationships/slideLayout" Target="../slideLayouts/slideLayout8.xml"/><Relationship Id="rId2" Type="http://purl.oclc.org/ooxml/officeDocument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purl.oclc.org/ooxml/officeDocument/relationships/slideLayout" Target="../slideLayouts/slideLayout9.xml"/><Relationship Id="rId2" Type="http://purl.oclc.org/ooxml/officeDocument/relationships/image" Target="../media/image1.png"/><Relationship Id="rId3" Type="http://purl.oclc.org/ooxml/officeDocument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purl.oclc.org/ooxml/officeDocument/relationships/slideLayout" Target="../slideLayouts/slideLayout10.xml"/><Relationship Id="rId2" Type="http://purl.oclc.org/ooxml/officeDocument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purl.oclc.org/ooxml/officeDocument/relationships/slideLayout" Target="../slideLayouts/slideLayout11.xml"/><Relationship Id="rId2" Type="http://purl.oclc.org/ooxml/officeDocument/relationships/notesSlide" Target="../notesSlides/notesSlide11.xml"/></Relationships>
</file>

<file path=ppt/slides/slide1.xml><?xml version="1.0" encoding="utf-8"?>
<p:sld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Annual planning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Priorities for the year ahead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stand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in every region this year</a:t>
            </a:r>
          </a:p>
          <a:p>
            <a:r>
              <a:t>Costs stayed flat for the second year</a:t>
            </a:r>
          </a:p>
          <a:p>
            <a:r>
              <a:t>Hiring is on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two: the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we will do next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and 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Manual review of every order</a:t>
            </a:r>
          </a:p>
          <a:p>
            <a:r>
              <a:t>Three days to ship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Automated review of most orders</a:t>
            </a:r>
          </a:p>
          <a:p>
            <a:r>
              <a:t>One day to 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 A or option 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 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Cheaper to build and run</a:t>
            </a:r>
          </a:p>
          <a:p>
            <a:r>
              <a:t>Slower to ship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B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Faster to ship to customers</a:t>
            </a:r>
          </a:p>
          <a:p>
            <a:r>
              <a:t>Costs more to run</a:t>
            </a:r>
          </a:p>
        </p:txBody>
      </p:sp>
    </p:spTree>
  </p:cSld>
  <p:clrMapOvr>
    <a:masterClrMapping/>
  </p:clrMapOvr>
</p:sld>
</file>

<file path=ppt/slides/slide6.xml><?xml version="1.0" encoding="utf-8"?>
<p:sld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slide with only a title</a:t>
            </a:r>
          </a:p>
        </p:txBody>
      </p:sp>
    </p:spTree>
  </p:cSld>
  <p:clrMapOvr>
    <a:masterClrMapping/>
  </p:clrMapOvr>
</p:sld>
</file>

<file path=ppt/slides/slide7.xml><?xml version="1.0" encoding="utf-8"?>
<p:sld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main content goes here in the big box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This caption explains the content to the left in a few more words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North warehouse</a:t>
            </a:r>
          </a:p>
        </p:txBody>
      </p:sp>
      <p:pic>
        <p:nvPicPr>
          <p:cNvPr id="3" name="Picture Placeholder 2" descr="photo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8333" r="8333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The site opened in August after a short delay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Vertical body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r>
              <a:t>This body text runs vertically down the slide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purl.oclc.org/ooxml/drawingml/main" xmlns:p="http://purl.oclc.org/ooxml/presentationml/main" xmlns:r="http://purl.oclc.org/ooxml/officeDocument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t>Vertical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r>
              <a:t>This body text sits to the left of a vertical 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tint val="100%"/>
                <a:shade val="100%"/>
                <a:satMod val="130%"/>
              </a:schemeClr>
            </a:gs>
            <a:gs pos="100%">
              <a:schemeClr val="phClr">
                <a:tint val="50%"/>
                <a:shade val="100%"/>
                <a:satMod val="350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l="50%" t="-80%" r="50%" b="1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l="50%" t="50%" r="50%" b="50%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tint val="100%"/>
                <a:shade val="100%"/>
                <a:satMod val="130%"/>
              </a:schemeClr>
            </a:gs>
            <a:gs pos="100%">
              <a:schemeClr val="phClr">
                <a:tint val="50%"/>
                <a:shade val="100%"/>
                <a:satMod val="350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l="50%" t="-80%" r="50%" b="1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l="50%" t="50%" r="50%" b="50%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purl.oclc.org/ooxml/officeDocument/extendedProperties" xmlns:vt="http://purl.oclc.org/ooxml/officeDocument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Tyler</cp:lastModifiedBy>
  <cp:revision>1</cp:revision>
  <dcterms:created xsi:type="dcterms:W3CDTF">2013-01-27T09:14:16Z</dcterms:created>
  <dcterms:modified xsi:type="dcterms:W3CDTF">2013-01-27T09:15:58Z</dcterms:modified>
  <cp:category/>
</cp:coreProperties>
</file>