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02020">
                    <a:alpha val="50%"/>
                  </a:srgbClr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