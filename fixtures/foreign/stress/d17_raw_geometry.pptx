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Title"/>
          <p:cNvSpPr txBox="1"/>
          <p:nvPr/>
        </p:nvSpPr>
        <p:spPr>
          <a:xfrm>
            <a:off x="720000" y="2880000"/>
            <a:ext cx="10752120" cy="10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dirty="0">
                <a:solidFill>
                  <a:srgbClr val="111111"/>
                </a:solidFill>
              </a:rPr>
              <a:t>Geometry and visibility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2" name="Title"/>
          <p:cNvSpPr txBox="1"/>
          <p:nvPr/>
        </p:nvSpPr>
        <p:spPr>
          <a:xfrm>
            <a:off x="720000" y="540000"/>
            <a:ext cx="10752120" cy="79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dirty="0">
                <a:solidFill>
                  <a:srgbClr val="111111"/>
                </a:solidFill>
              </a:rPr>
              <a:t>Rotated text boxes</a:t>
            </a:r>
          </a:p>
        </p:txBody>
      </p:sp>
      <p:sp>
        <p:nvSpPr>
          <p:cNvPr id="103" name="R1 rotated inside"/>
          <p:cNvSpPr txBox="1"/>
          <p:nvPr/>
        </p:nvSpPr>
        <p:spPr>
          <a:xfrm rot="5400000">
            <a:off x="-360000" y="3069000"/>
            <a:ext cx="5760000" cy="7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dirty="0">
                <a:solidFill>
                  <a:srgbClr val="1A1A1A"/>
                </a:solidFill>
              </a:rPr>
              <a:t>Rotated label inside the slide</a:t>
            </a:r>
          </a:p>
        </p:txBody>
      </p:sp>
      <p:sp>
        <p:nvSpPr>
          <p:cNvPr id="104" name="R2 rotated outside"/>
          <p:cNvSpPr txBox="1"/>
          <p:nvPr/>
        </p:nvSpPr>
        <p:spPr>
          <a:xfrm rot="5400000">
            <a:off x="3600000" y="3069000"/>
            <a:ext cx="7200000" cy="7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000" dirty="0">
                <a:solidFill>
                  <a:srgbClr val="1A1A1A"/>
                </a:solidFill>
              </a:rPr>
              <a:t>Rotated label that runs off the top and bottom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" name="Title"/>
          <p:cNvSpPr txBox="1"/>
          <p:nvPr/>
        </p:nvSpPr>
        <p:spPr>
          <a:xfrm>
            <a:off x="720000" y="540000"/>
            <a:ext cx="4320000" cy="79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dirty="0">
                <a:solidFill>
                  <a:srgbClr val="111111"/>
                </a:solidFill>
              </a:rPr>
              <a:t>Rotated group</a:t>
            </a:r>
          </a:p>
        </p:txBody>
      </p:sp>
      <p:grpSp>
        <p:nvGrpSpPr>
          <p:cNvPr id="106" name="Rotated group"/>
          <p:cNvGrpSpPr/>
          <p:nvPr/>
        </p:nvGrpSpPr>
        <p:grpSpPr>
          <a:xfrm rot="5400000">
            <a:off x="3600000" y="2709000"/>
            <a:ext cx="7200000" cy="1440000"/>
            <a:chOff x="0" y="0"/>
            <a:chExt cx="7200000" cy="1440000"/>
          </a:xfrm>
        </p:grpSpPr>
        <p:sp>
          <p:nvSpPr>
            <p:cNvPr id="107" name="Child A"/>
            <p:cNvSpPr txBox="1"/>
            <p:nvPr/>
          </p:nvSpPr>
          <p:spPr>
            <a:xfrm>
              <a:off x="0" y="0"/>
              <a:ext cx="1440000" cy="144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lang="en-US" sz="2000" dirty="0">
                  <a:solidFill>
                    <a:srgbClr val="1A1A1A"/>
                  </a:solidFill>
                </a:rPr>
                <a:t>Alpha step</a:t>
              </a:r>
            </a:p>
          </p:txBody>
        </p:sp>
        <p:sp>
          <p:nvSpPr>
            <p:cNvPr id="108" name="Child B"/>
            <p:cNvSpPr txBox="1"/>
            <p:nvPr/>
          </p:nvSpPr>
          <p:spPr>
            <a:xfrm>
              <a:off x="5760000" y="0"/>
              <a:ext cx="1440000" cy="1440000"/>
            </a:xfrm>
            <a:prstGeom prst="rect">
              <a:avLst/>
            </a:prstGeom>
            <a:noFill/>
          </p:spPr>
          <p:txBody>
            <a:bodyPr wrap="square"/>
            <a:lstStyle/>
            <a:p>
              <a:r>
                <a:rPr lang="en-US" sz="2000" dirty="0">
                  <a:solidFill>
                    <a:srgbClr val="1A1A1A"/>
                  </a:solidFill>
                </a:rPr>
                <a:t>Omega step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9" name="Title"/>
          <p:cNvSpPr txBox="1"/>
          <p:nvPr/>
        </p:nvSpPr>
        <p:spPr>
          <a:xfrm>
            <a:off x="720000" y="540000"/>
            <a:ext cx="10752120" cy="79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dirty="0">
                <a:solidFill>
                  <a:srgbClr val="111111"/>
                </a:solidFill>
              </a:rPr>
              <a:t>Hidden shapes</a:t>
            </a:r>
          </a:p>
        </p:txBody>
      </p:sp>
      <p:sp>
        <p:nvSpPr>
          <p:cNvPr id="110" name="Visible body"/>
          <p:cNvSpPr txBox="1"/>
          <p:nvPr/>
        </p:nvSpPr>
        <p:spPr>
          <a:xfrm>
            <a:off x="720000" y="1620000"/>
            <a:ext cx="10752120" cy="126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 dirty="0">
                <a:solidFill>
                  <a:srgbClr val="1A1A1A"/>
                </a:solidFill>
              </a:rPr>
              <a:t>Only this paragraph and the title are visible on the slide</a:t>
            </a:r>
          </a:p>
        </p:txBody>
      </p:sp>
      <p:sp>
        <p:nvSpPr>
          <p:cNvPr id="111" name="Parked note" hidden="1"/>
          <p:cNvSpPr txBox="1"/>
          <p:nvPr/>
        </p:nvSpPr>
        <p:spPr>
          <a:xfrm>
            <a:off x="-3240000" y="1800000"/>
            <a:ext cx="2520000" cy="108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 dirty="0">
                <a:solidFill>
                  <a:srgbClr val="1A1A1A"/>
                </a:solidFill>
              </a:rPr>
              <a:t>Parked note kept off the slide and hidden</a:t>
            </a:r>
          </a:p>
        </p:txBody>
      </p:sp>
      <p:sp>
        <p:nvSpPr>
          <p:cNvPr id="112" name="Hidden white" hidden="1"/>
          <p:cNvSpPr txBox="1"/>
          <p:nvPr/>
        </p:nvSpPr>
        <p:spPr>
          <a:xfrm>
            <a:off x="720000" y="3060000"/>
            <a:ext cx="10752120" cy="7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 dirty="0">
                <a:solidFill>
                  <a:srgbClr val="FFFFFF"/>
                </a:solidFill>
              </a:rPr>
              <a:t>Hidden white text on the white slide background</a:t>
            </a:r>
          </a:p>
        </p:txBody>
      </p:sp>
      <p:sp>
        <p:nvSpPr>
          <p:cNvPr id="113" name="Hidden filler" hidden="1"/>
          <p:cNvSpPr txBox="1"/>
          <p:nvPr/>
        </p:nvSpPr>
        <p:spPr>
          <a:xfrm>
            <a:off x="720000" y="3960000"/>
            <a:ext cx="10752120" cy="234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 dirty="0">
                <a:solidFill>
                  <a:srgbClr val="1A1A1A"/>
                </a:solidFill>
              </a:rPr>
              <a:t>A hidden box that fills the lower part of the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4" name="Title"/>
          <p:cNvSpPr txBox="1"/>
          <p:nvPr/>
        </p:nvSpPr>
        <p:spPr>
          <a:xfrm>
            <a:off x="720000" y="540000"/>
            <a:ext cx="10752120" cy="79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dirty="0">
                <a:solidFill>
                  <a:srgbClr val="111111"/>
                </a:solidFill>
              </a:rPr>
              <a:t>An equation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15"/>
              <p:cNvSpPr txBox="1"/>
              <p:nvPr/>
            </p:nvSpPr>
            <p:spPr>
              <a:xfrm>
                <a:off x="108000" y="1800000"/>
                <a:ext cx="11160000" cy="43200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>
                      <m:r>
                        <a:rPr lang="en-US" sz="4000" i="1">
                          <a:latin typeface="Cambria Math"/>
                        </a:rPr>
                        <m:t>E=m</m:t>
                      </m:r>
                    </m:oMath>
                  </m:oMathPara>
                </a14:m>
                <a:endParaRPr lang="en-US" sz="4000"/>
              </a:p>
              <a:p>
                <a:r>
                  <a:rPr lang="en-US" sz="2400">
                    <a:solidFill>
                      <a:srgbClr val="1A1A1A"/>
                    </a:solidFill>
                  </a:rPr>
                  <a:t>The equation above relates energy and mass in one short line of symbols</a:t>
                </a:r>
              </a:p>
            </p:txBody>
          </p:sp>
        </mc:Choice>
        <mc:Fallback>
          <p:sp>
            <p:nvSpPr>
              <p:cNvPr id="115" name="TextBox 115"/>
              <p:cNvSpPr txBox="1">
                <a:spLocks noRot="1" noChangeAspect="1" noMove="1" noResize="1" noTextEdit="1"/>
              </p:cNvSpPr>
              <p:nvPr/>
            </p:nvSpPr>
            <p:spPr>
              <a:xfrm>
                <a:off x="108000" y="1800000"/>
                <a:ext cx="11160000" cy="4320000"/>
              </a:xfrm>
              <a:prstGeom prst="rect">
                <a:avLst/>
              </a:prstGeom>
              <a:solidFill>
                <a:srgbClr val="F2F2F2"/>
              </a:solidFill>
            </p:spPr>
            <p:txBody>
              <a:bodyPr/>
              <a:lstStyle/>
              <a:p>
                <a:r>
                  <a:rPr lang="en-US">
                    <a:noFill/>
                  </a:rPr>
                  <a:t> 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6" name="Title"/>
          <p:cNvSpPr txBox="1"/>
          <p:nvPr/>
        </p:nvSpPr>
        <p:spPr>
          <a:xfrm>
            <a:off x="720000" y="540000"/>
            <a:ext cx="10752120" cy="79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dirty="0">
                <a:solidFill>
                  <a:srgbClr val="111111"/>
                </a:solidFill>
              </a:rPr>
              <a:t>Shrunk body text</a:t>
            </a:r>
          </a:p>
        </p:txBody>
      </p:sp>
      <p:sp>
        <p:nvSpPr>
          <p:cNvPr id="117" name="Autofit body"/>
          <p:cNvSpPr txBox="1"/>
          <p:nvPr/>
        </p:nvSpPr>
        <p:spPr>
          <a:xfrm>
            <a:off x="720000" y="1620000"/>
            <a:ext cx="10752120" cy="45000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r>
              <a:rPr lang="en-US" sz="2000" dirty="0">
                <a:solidFill>
                  <a:srgbClr val="1A1A1A"/>
                </a:solidFill>
              </a:rPr>
              <a:t>This twenty point paragraph was shrunk by autofit and now renders at about eleven points on the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Header band"/>
          <p:cNvSpPr txBox="1"/>
          <p:nvPr/>
        </p:nvSpPr>
        <p:spPr>
          <a:xfrm>
            <a:off x="0" y="0"/>
            <a:ext cx="12192120" cy="1296000"/>
          </a:xfrm>
          <a:prstGeom prst="rect">
            <a:avLst/>
          </a:prstGeom>
          <a:solidFill>
            <a:srgbClr val="14213D"/>
          </a:solidFill>
        </p:spPr>
        <p:txBody>
          <a:bodyPr wrap="square"/>
          <a:lstStyle/>
          <a:p>
            <a:r>
              <a:rPr lang="en-US" sz="3600" dirty="0">
                <a:solidFill>
                  <a:srgbClr val="FFFFFF"/>
                </a:solidFill>
              </a:rPr>
              <a:t>Title inside a full-width band</a:t>
            </a:r>
          </a:p>
        </p:txBody>
      </p:sp>
      <p:pic>
        <p:nvPicPr>
          <p:cNvPr id="119" name="Picture 118" descr="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80" y="1296000"/>
            <a:ext cx="6096240" cy="5562000"/>
          </a:xfrm>
          <a:prstGeom prst="rect">
            <a:avLst/>
          </a:prstGeom>
        </p:spPr>
      </p:pic>
      <p:sp>
        <p:nvSpPr>
          <p:cNvPr id="119" name="Left body"/>
          <p:cNvSpPr txBox="1"/>
          <p:nvPr/>
        </p:nvSpPr>
        <p:spPr>
          <a:xfrm>
            <a:off x="720000" y="1800000"/>
            <a:ext cx="4680000" cy="432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2400" dirty="0">
                <a:solidFill>
                  <a:srgbClr val="1A1A1A"/>
                </a:solidFill>
              </a:rPr>
              <a:t>Body text on the left half next to a photo that bleeds off the right side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120" name="Photo title"/>
          <p:cNvSpPr txBox="1"/>
          <p:nvPr/>
        </p:nvSpPr>
        <p:spPr>
          <a:xfrm>
            <a:off x="720000" y="540000"/>
            <a:ext cx="10752120" cy="792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4000" dirty="0">
                <a:solidFill>
                  <a:srgbClr val="FFFFFF"/>
                </a:solidFill>
              </a:rPr>
              <a:t>A full-bleed photo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Tyler</cp:lastModifiedBy>
  <cp:revision>1</cp:revision>
  <dcterms:created xsi:type="dcterms:W3CDTF">2013-01-27T09:14:16Z</dcterms:created>
  <dcterms:modified xsi:type="dcterms:W3CDTF">2013-01-27T09:15:58Z</dcterms:modified>
  <cp:category/>
</cp:coreProperties>
</file>