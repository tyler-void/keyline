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white on navy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white on pale yellow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Style font colors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Navy card, default text color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10789920" cy="4206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/>
              <a:t>This sentence has no color set so it takes the style font color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Pale card, default text color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10789920" cy="420624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/>
              <a:t>This sentence has no color set so it takes the style font color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11111"/>
                </a:solidFill>
              </a:rPr>
              <a:t>Pale card, explicit black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10789920" cy="420624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>
                <a:solidFill>
                  <a:srgbClr val="000000"/>
                </a:solidFill>
              </a:rPr>
              <a:t>This sentence is explicitly black on the pale yellow card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</cp:lastModifiedBy>
  <cp:revision>1</cp:revision>
  <dcterms:created xsi:type="dcterms:W3CDTF">2013-01-27T09:14:16Z</dcterms:created>
  <dcterms:modified xsi:type="dcterms:W3CDTF">2013-01-27T09:15:58Z</dcterms:modified>
  <cp:category/>
</cp:coreProperties>
</file>