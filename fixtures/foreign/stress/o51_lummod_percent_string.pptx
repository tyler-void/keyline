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tx1">
                    <a:lumMod val="75%"/>
                    <a:lumOff val="25%"/>
                  </a:schemeClr>
                </a:solidFill>
              </a:rPr>
              <a:t>A paragraph of body text with more than five words in 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3657600"/>
            <a:ext cx="4572000" cy="914400"/>
            <a:chOff x="914400" y="3657600"/>
            <a:chExt cx="4572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in group</a:t>
              </a:r>
            </a:p>
          </p:txBody>
        </p:sp>
      </p:grp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>
            <a:off x="2743200" y="41148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