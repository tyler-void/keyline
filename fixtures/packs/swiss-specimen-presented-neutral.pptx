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5C5C5A"/>
            </a:solidFill>
            <a:ln>
              <a:noFill/>
            </a:ln>
          </c:spPr>
          <c:dPt>
            <c:idx val="3"/>
            <c:spPr>
              <a:solidFill>
                <a:srgbClr val="CC3322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8B4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8B8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5C5C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F2F2F0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E8422E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111111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5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111111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