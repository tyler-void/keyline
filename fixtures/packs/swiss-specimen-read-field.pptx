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A5A51"/>
            </a:solidFill>
            <a:ln>
              <a:noFill/>
            </a:ln>
          </c:spPr>
          <c:dPt>
            <c:idx val="3"/>
            <c:spPr>
              <a:solidFill>
                <a:srgbClr val="1D4FB8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10.0</c:v>
                </c:pt>
                <c:pt idx="1">
                  <c:v>13.0</c:v>
                </c:pt>
                <c:pt idx="2">
                  <c:v>16.0</c:v>
                </c:pt>
                <c:pt idx="3">
                  <c:v>28.0</c:v>
                </c:pt>
                <c:pt idx="4">
                  <c:v>36.0</c:v>
                </c:pt>
                <c:pt idx="5">
                  <c:v>40.0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6C2BA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6C2B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000">
          <a:solidFill>
            <a:srgbClr val="4A5A51"/>
          </a:solidFill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read mode the steps are smaller, for a page read at arm's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spc="0">
                <a:solidFill>
                  <a:srgbClr val="16251D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EEF2EE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8DB2FF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9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6251D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3339000"/>
            <a:ext cx="7348000" cy="23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[styles.read]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03450"/>
                <a:gridCol w="8408550"/>
              </a:tblGrid>
              <a:tr h="24420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spc="80" cap="all">
                          <a:solidFill>
                            <a:srgbClr val="4A5A51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09732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09732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09732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09732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  <a:tr h="309732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n-US" sz="1300" b="0" i="0" spc="0">
                          <a:solidFill>
                            <a:srgbClr val="16251D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6C2BA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spc="0">
                <a:solidFill>
                  <a:srgbClr val="16251D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Margins keep a clear edge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Gutters part the columns</a:t>
            </a:r>
          </a:p>
          <a:p>
            <a:pPr marL="228600" algn="l" indent="-22860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har char="–"/>
            </a:pPr>
            <a:r>
              <a:rPr lang="en-US" sz="1300" b="0" i="0" spc="0">
                <a:solidFill>
                  <a:srgbClr val="16251D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spc="0">
                <a:solidFill>
                  <a:srgbClr val="16251D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spc="80" cap="all">
                <a:solidFill>
                  <a:srgbClr val="4A5A51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spc="0">
                <a:solidFill>
                  <a:srgbClr val="16251D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spc="0">
                <a:solidFill>
                  <a:srgbClr val="16251D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spc="0">
                <a:solidFill>
                  <a:srgbClr val="4A5A51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field (read)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