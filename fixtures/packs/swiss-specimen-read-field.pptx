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4A5A51"/>
            </a:solidFill>
            <a:ln>
              <a:noFill/>
            </a:ln>
          </c:spPr>
          <c:dPt>
            <c:idx val="3"/>
            <c:spPr>
              <a:solidFill>
                <a:srgbClr val="1D4FB8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10.0</c:v>
                </c:pt>
                <c:pt idx="1">
                  <c:v>13.0</c:v>
                </c:pt>
                <c:pt idx="2">
                  <c:v>16.0</c:v>
                </c:pt>
                <c:pt idx="3">
                  <c:v>28.0</c:v>
                </c:pt>
                <c:pt idx="4">
                  <c:v>36.0</c:v>
                </c:pt>
                <c:pt idx="5">
                  <c:v>40.0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6C2BA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6C2B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000">
          <a:solidFill>
            <a:srgbClr val="4A5A51"/>
          </a:solidFill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read mode the steps are smaller, for a page read at arm's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7477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62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EEF2EE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8DB2FF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323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323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7477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7477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spc="0">
                <a:solidFill>
                  <a:srgbClr val="16251D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EEF2EE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8DB2FF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323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914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6251D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3263760"/>
            <a:ext cx="7348000" cy="2415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323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[styles.read]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323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03450"/>
                <a:gridCol w="8408550"/>
              </a:tblGrid>
              <a:tr h="253391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323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Margins keep a clear edge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Gutters part the columns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spc="0">
                <a:solidFill>
                  <a:srgbClr val="16251D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7477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6251D"/>
      </a:dk1>
      <a:lt1>
        <a:srgbClr val="EEF2EE"/>
      </a:lt1>
      <a:dk2>
        <a:srgbClr val="4A5A51"/>
      </a:dk2>
      <a:lt2>
        <a:srgbClr val="B6C2BA"/>
      </a:lt2>
      <a:accent1>
        <a:srgbClr val="1D4FB8"/>
      </a:accent1>
      <a:accent2>
        <a:srgbClr val="8DB2FF"/>
      </a:accent2>
      <a:accent3>
        <a:srgbClr val="4A5A51"/>
      </a:accent3>
      <a:accent4>
        <a:srgbClr val="B6C2BA"/>
      </a:accent4>
      <a:accent5>
        <a:srgbClr val="16251D"/>
      </a:accent5>
      <a:accent6>
        <a:srgbClr val="4A5A51"/>
      </a:accent6>
      <a:hlink>
        <a:srgbClr val="16251D"/>
      </a:hlink>
      <a:folHlink>
        <a:srgbClr val="4A5A51"/>
      </a:folHlink>
    </a:clrScheme>
    <a:fontScheme name="swiss">
      <a:majorFont>
        <a:latin typeface="Georgia"/>
        <a:ea typeface=""/>
        <a:cs typeface=""/>
      </a:majorFont>
      <a:minorFont>
        <a:latin typeface="Georgia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field (read)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