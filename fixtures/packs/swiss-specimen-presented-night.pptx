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A3A7AC"/>
            </a:solidFill>
            <a:ln>
              <a:noFill/>
            </a:ln>
          </c:spPr>
          <c:dPt>
            <c:idx val="3"/>
            <c:spPr>
              <a:solidFill>
                <a:srgbClr val="F0B429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14.0</c:v>
                </c:pt>
                <c:pt idx="1">
                  <c:v>24.0</c:v>
                </c:pt>
                <c:pt idx="2">
                  <c:v>28.0</c:v>
                </c:pt>
                <c:pt idx="3">
                  <c:v>48.0</c:v>
                </c:pt>
                <c:pt idx="4">
                  <c:v>60.0</c:v>
                </c:pt>
                <c:pt idx="5">
                  <c:v>66.0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D4148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3D414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400">
          <a:solidFill>
            <a:srgbClr val="A3A7AC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twice the body in presented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181B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A5A00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ECECEC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ECECEC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6181B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8A5A00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18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spc="0">
                <a:solidFill>
                  <a:srgbClr val="ECECEC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4239000"/>
            <a:ext cx="7348000" cy="14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A3A7AC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[styles.presented]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3340"/>
                <a:gridCol w="8568660"/>
              </a:tblGrid>
              <a:tr h="30552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A3A7AC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A3A7AC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  <a:tr h="49449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ECECEC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D4148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ECECEC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Margins keep a clear edge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Gutters part the columns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ECECEC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spc="0">
                <a:solidFill>
                  <a:srgbClr val="ECECEC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A3A7AC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ECECEC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ECECEC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A3A7AC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ECECEC"/>
      </a:dk1>
      <a:lt1>
        <a:srgbClr val="16181B"/>
      </a:lt1>
      <a:dk2>
        <a:srgbClr val="A3A7AC"/>
      </a:dk2>
      <a:lt2>
        <a:srgbClr val="3D4148"/>
      </a:lt2>
      <a:accent1>
        <a:srgbClr val="F0B429"/>
      </a:accent1>
      <a:accent2>
        <a:srgbClr val="8A5A00"/>
      </a:accent2>
      <a:accent3>
        <a:srgbClr val="A3A7AC"/>
      </a:accent3>
      <a:accent4>
        <a:srgbClr val="3D4148"/>
      </a:accent4>
      <a:accent5>
        <a:srgbClr val="ECECEC"/>
      </a:accent5>
      <a:accent6>
        <a:srgbClr val="A3A7AC"/>
      </a:accent6>
      <a:hlink>
        <a:srgbClr val="ECECEC"/>
      </a:hlink>
      <a:folHlink>
        <a:srgbClr val="A3A7AC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night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