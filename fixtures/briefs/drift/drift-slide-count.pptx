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  <p:sldId id="261" r:id="rId12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304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4191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 grew faster than keepers could sign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12,400 trees are waiting for a keeper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Most keepers stay for the whole season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71% of keepers are still active after 90 days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Note: BonsaiHub is a parody. Its trees and every number in this deck are fictional.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