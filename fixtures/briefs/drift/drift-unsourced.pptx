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 grew faster than keepers could sign 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12.4k trees are waiting for a keeper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keepers stay for the whole season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71% of keepers are still active after 90 days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a keeper on every waiting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Join the waitlist as a keeper this season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