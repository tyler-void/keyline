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9"/>
    <p:sldId id="259" r:id="rId10"/>
    <p:sldId id="260" r:id="rId11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it, then wait.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Twelve thousand four hundred trees.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Seventy-one percent after ninety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BonsaiHub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slow dating app for trees and their keepers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Every tree deserves a patient keeper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waitlist grew faster than keepers could sign 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12,400 trees are waiting for a keeper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Source: BonsaiHub waitlist,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Most keepers stay for the whole season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71% of keepers are still active after 90 days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Source: BonsaiHub product analytics,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Put a keeper on every waiting tree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Join the waitlist as a keeper this season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Note: BonsaiHub is a parody. Its trees and every number in this deck are fictional.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creator>Tyler</dc:creator>
  <cp:lastModifiedBy>Tyler</cp:lastModifiedBy>
  <cp:revision>1</cp:revision>
  <dcterms:created xsi:type="dcterms:W3CDTF">2026-09-24T00:00:00Z</dcterms:created>
  <dcterms:modified xsi:type="dcterms:W3CDTF">2026-09-24T00:00:00Z</dcterms:modified>
</cp:coreProperties>
</file>