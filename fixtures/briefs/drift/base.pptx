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</p:sld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1pPr>
    <a:lvl2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2pPr>
    <a:lvl3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3pPr>
    <a:lvl4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4pPr>
    <a:lvl5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5pPr>
    <a:lvl6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6pPr>
    <a:lvl7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7pPr>
    <a:lvl8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8pPr>
    <a:lvl9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it, then wait.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Twelve thousand four hundred trees.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Seventy-one percent after ninety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4191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F2F2F0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E8422E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3048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3048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4191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BonsaiHub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slow dating app for trees and their keepers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 tree deserves a patient keeper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waitlist grew faster than keepers could sign 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12,400 trees are waiting for a keeper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Source: BonsaiHub waitlist, September 2026 (fictional)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Most keepers stay for the whole season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71% of keepers are still active after 90 days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Source: BonsaiHub product analytics, September 2026 (fictional)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 a keeper on every waiting tree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Join the waitlist as a keeper this season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Note: BonsaiHub is a parody. Its trees and every number in this deck are fictional.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line swiss">
  <a:themeElements>
    <a:clrScheme name="swiss">
      <a:dk1>
        <a:srgbClr val="111111"/>
      </a:dk1>
      <a:lt1>
        <a:srgbClr val="F2F2F0"/>
      </a:lt1>
      <a:dk2>
        <a:srgbClr val="5C5C5A"/>
      </a:dk2>
      <a:lt2>
        <a:srgbClr val="B8B8B4"/>
      </a:lt2>
      <a:accent1>
        <a:srgbClr val="CC3322"/>
      </a:accent1>
      <a:accent2>
        <a:srgbClr val="E8422E"/>
      </a:accent2>
      <a:accent3>
        <a:srgbClr val="5C5C5A"/>
      </a:accent3>
      <a:accent4>
        <a:srgbClr val="B8B8B4"/>
      </a:accent4>
      <a:accent5>
        <a:srgbClr val="111111"/>
      </a:accent5>
      <a:accent6>
        <a:srgbClr val="5C5C5A"/>
      </a:accent6>
      <a:hlink>
        <a:srgbClr val="111111"/>
      </a:hlink>
      <a:folHlink>
        <a:srgbClr val="5C5C5A"/>
      </a:folHlink>
    </a:clrScheme>
    <a:fontScheme name="swiss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creator>Tyler</dc:creator>
  <cp:lastModifiedBy>Tyler</cp:lastModifiedBy>
  <cp:revision>1</cp:revision>
  <dcterms:created xsi:type="dcterms:W3CDTF">2026-09-24T00:00:00Z</dcterms:created>
  <dcterms:modified xsi:type="dcterms:W3CDTF">2026-09-24T00:00:00Z</dcterms:modified>
</cp:coreProperties>
</file>