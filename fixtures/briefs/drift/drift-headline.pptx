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it,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thousand four hundred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Seventy-one percent after ninety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BonsaiHub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slow dating app for trees and their keepers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tree deserves a patient 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waitlist grew faster than keepers could join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12,400 trees are waiting for a keeper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waitlist,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keepers stay for the whole season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71% of keepers are still active after 90 days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product analytics,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 a keeper on every waiting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Join the waitlist as a keeper this season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