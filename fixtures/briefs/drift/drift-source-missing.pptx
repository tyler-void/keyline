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 grew faster than keepers could sign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12,400 trees are waiting for a keeper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keepers stay for the whole season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71% of keepers are still active after 90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figures are illustrative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