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it, then wait.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Twelve thousand four hundred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Seventy-one percent after ninety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4191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F2F2F0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E8422E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3048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3048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4191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41910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spc="0">
                <a:solidFill>
                  <a:srgbClr val="111111"/>
                </a:solidFill>
                <a:latin typeface="+mj-lt"/>
              </a:rPr>
              <a:t>BonsaiHub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spc="0">
                <a:solidFill>
                  <a:srgbClr val="111111"/>
                </a:solidFill>
                <a:latin typeface="+mn-lt"/>
              </a:rPr>
              <a:t>A slow dating app for trees and their keepers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spc="0">
                <a:solidFill>
                  <a:srgbClr val="111111"/>
                </a:solidFill>
                <a:latin typeface="+mj-lt"/>
              </a:rPr>
              <a:t>Every tree deserves a patient keeper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30480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spc="0">
                <a:solidFill>
                  <a:srgbClr val="111111"/>
                </a:solidFill>
                <a:latin typeface="+mj-lt"/>
              </a:rPr>
              <a:t>The waitlist grew faster than keepers could sign up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0" i="0" spc="0">
                <a:solidFill>
                  <a:srgbClr val="111111"/>
                </a:solidFill>
                <a:latin typeface="+mn-lt"/>
              </a:rPr>
              <a:t>12,400 trees are waiting for a keeper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5C5C5A"/>
                </a:solidFill>
                <a:latin typeface="+mn-lt"/>
              </a:rPr>
              <a:t>Source: BonsaiHub waitlist,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30480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spc="0">
                <a:solidFill>
                  <a:srgbClr val="111111"/>
                </a:solidFill>
                <a:latin typeface="+mj-lt"/>
              </a:rPr>
              <a:t>Most keepers stay for the whole season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0" i="0" spc="0">
                <a:solidFill>
                  <a:srgbClr val="111111"/>
                </a:solidFill>
                <a:latin typeface="+mn-lt"/>
              </a:rPr>
              <a:t>71% of keepers are still active after 90 days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5C5C5A"/>
                </a:solidFill>
                <a:latin typeface="+mn-lt"/>
              </a:rPr>
              <a:t>Source: BonsaiHub product analytics,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41910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spc="0">
                <a:solidFill>
                  <a:srgbClr val="111111"/>
                </a:solidFill>
                <a:latin typeface="+mj-lt"/>
              </a:rPr>
              <a:t>Put a keeper on every waiting tree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spc="0">
                <a:solidFill>
                  <a:srgbClr val="111111"/>
                </a:solidFill>
                <a:latin typeface="+mn-lt"/>
              </a:rPr>
              <a:t>Join the waitlist as a keeper this season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111111"/>
      </a:dk1>
      <a:lt1>
        <a:srgbClr val="F2F2F0"/>
      </a:lt1>
      <a:dk2>
        <a:srgbClr val="5C5C5A"/>
      </a:dk2>
      <a:lt2>
        <a:srgbClr val="B8B8B4"/>
      </a:lt2>
      <a:accent1>
        <a:srgbClr val="CC3322"/>
      </a:accent1>
      <a:accent2>
        <a:srgbClr val="E8422E"/>
      </a:accent2>
      <a:accent3>
        <a:srgbClr val="5C5C5A"/>
      </a:accent3>
      <a:accent4>
        <a:srgbClr val="B8B8B4"/>
      </a:accent4>
      <a:accent5>
        <a:srgbClr val="111111"/>
      </a:accent5>
      <a:accent6>
        <a:srgbClr val="5C5C5A"/>
      </a:accent6>
      <a:hlink>
        <a:srgbClr val="111111"/>
      </a:hlink>
      <a:folHlink>
        <a:srgbClr val="5C5C5A"/>
      </a:folHlink>
    </a:clrScheme>
    <a:fontScheme name="swis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keyline swiss neutral (presented)</dc:title>
  <dc:creator>Tyler</dc:creator>
  <cp:lastModifiedBy>Tyler</cp:lastModifiedBy>
  <cp:revision>1</cp:revision>
  <dcterms:created xsi:type="dcterms:W3CDTF">2026-09-27T00:00:00Z</dcterms:created>
  <dcterms:modified xsi:type="dcterms:W3CDTF">2026-09-27T00:00:00Z</dcterms:modified>
</cp:coreProperties>
</file>