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waitlist grew faster than keepers could sign up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12,400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figures are illustrative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