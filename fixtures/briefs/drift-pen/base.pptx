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  <a:cs typeface="+mj-cs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  <a:cs typeface="+mn-cs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  <a:cs typeface="+mj-cs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  <a:cs typeface="+mj-cs"/>
              </a:rPr>
              <a:t>The waitlist grew faster than keepers could sign up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  <a:cs typeface="+mn-cs"/>
              </a:rPr>
              <a:t>12,400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  <a:cs typeface="+mj-cs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  <a:cs typeface="+mn-cs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  <a:cs typeface="+mj-cs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  <a:cs typeface="+mn-cs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