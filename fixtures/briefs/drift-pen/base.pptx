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4191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BonsaiHub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111111"/>
                </a:solidFill>
                <a:latin typeface="+mj-lt"/>
              </a:rP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048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The waitlist grew faster than keepers could sign up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12,400 trees are waiting for a keeper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048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Most keepers stay for the whole season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71% of keepers are still active after 90 days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4191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Put a keeper on every waiting tree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Join the waitlist as a keeper this season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neutral (presented)</dc:title>
  <dc:creator>Tyler</dc:creator>
  <cp:lastModifiedBy>Tyler</cp:lastModifiedBy>
  <cp:revision>1</cp:revision>
  <dcterms:created xsi:type="dcterms:W3CDTF">2026-09-27T00:00:00Z</dcterms:created>
  <dcterms:modified xsi:type="dcterms:W3CDTF">2026-09-27T00:00:00Z</dcterms:modified>
</cp:coreProperties>
</file>