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it, then wait.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thousand four hundred trees.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Seventy-one percent after ninety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18582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13514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13514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18582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18582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111111"/>
                </a:solidFill>
                <a:latin typeface="+mj-lt"/>
              </a:rPr>
              <a:t>BonsaiHub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</a:rPr>
              <a:t>A slow dating app for trees and their keepers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spc="0">
                <a:solidFill>
                  <a:srgbClr val="111111"/>
                </a:solidFill>
                <a:latin typeface="+mj-lt"/>
              </a:rPr>
              <a:t>Every tree deserves a patient keeper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13514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</a:rPr>
              <a:t>The waitlist grew faster than keepers could sign up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0" i="0" spc="0">
                <a:solidFill>
                  <a:srgbClr val="111111"/>
                </a:solidFill>
                <a:latin typeface="+mn-lt"/>
              </a:rPr>
              <a:t>12,400 trees are waiting for a keeper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Source: BonsaiHub waitlist,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13514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</a:rPr>
              <a:t>Most keepers stay for the whole season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0" i="0" spc="0">
                <a:solidFill>
                  <a:srgbClr val="111111"/>
                </a:solidFill>
                <a:latin typeface="+mn-lt"/>
              </a:rPr>
              <a:t>71% of keepers are still active after 90 days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Source: BonsaiHub product analytics,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18582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111111"/>
                </a:solidFill>
                <a:latin typeface="+mj-lt"/>
              </a:rPr>
              <a:t>Put a keeper on every waiting tree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</a:rPr>
              <a:t>Join the waitlist as a keeper this season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Note: BonsaiHub is a parody. Its trees and every number in this deck are fictional.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keyline swiss neutral (presented)</dc:title>
  <dc:creator>Tyler</dc:creator>
  <cp:lastModifiedBy>Tyler</cp:lastModifiedBy>
  <cp:revision>1</cp:revision>
  <dcterms:created xsi:type="dcterms:W3CDTF">2026-09-27T00:00:00Z</dcterms:created>
  <dcterms:modified xsi:type="dcterms:W3CDTF">2026-09-27T00:00:00Z</dcterms:modified>
</cp:coreProperties>
</file>