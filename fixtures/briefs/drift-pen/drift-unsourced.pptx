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BonsaiHub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</a:rP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The waitlist grew faster than keepers could sign up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12.4k trees are waiting for a keeper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Most keepers stay for the whole season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71% of keepers are still active after 90 days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Join the waitlist as a keeper this season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