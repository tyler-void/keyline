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  <a:cs typeface="+mj-cs"/>
              </a:rPr>
              <a:t>BonsaiHub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  <a:cs typeface="+mn-cs"/>
              </a:rP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  <a:cs typeface="+mj-cs"/>
              </a:rP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  <a:cs typeface="+mj-cs"/>
              </a:rPr>
              <a:t>The waitlist grew faster than keepers could sign up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  <a:cs typeface="+mn-cs"/>
              </a:rPr>
              <a:t>12.4k trees are waiting for a keeper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  <a:cs typeface="+mn-cs"/>
              </a:rP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  <a:cs typeface="+mj-cs"/>
              </a:rPr>
              <a:t>Most keepers stay for the whole season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  <a:cs typeface="+mn-cs"/>
              </a:rPr>
              <a:t>71% of keepers are still active after 90 days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  <a:cs typeface="+mn-cs"/>
              </a:rP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  <a:cs typeface="+mj-cs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  <a:cs typeface="+mn-cs"/>
              </a:rPr>
              <a:t>Join the waitlist as a keeper this season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  <a:cs typeface="+mn-cs"/>
              </a:rP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