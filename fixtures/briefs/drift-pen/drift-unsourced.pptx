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BonsaiHub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11111"/>
                </a:solidFill>
                <a:latin typeface="+mj-lt"/>
              </a:rP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The waitlist grew faster than keepers could sign up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12.4k trees are waiting for a keeper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Most keepers stay for the whole season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71% of keepers are still active after 90 days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Put a keeper on every waiting tree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Join the waitlist as a keeper this season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