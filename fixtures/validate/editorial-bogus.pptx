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e5d650605594670" /><Relationship Type="http://schemas.openxmlformats.org/package/2006/relationships/metadata/core-properties" Target="/docProps/core.xml" Id="R63a5fd0353a94047" /><Relationship Type="http://schemas.openxmlformats.org/officeDocument/2006/relationships/extended-properties" Target="/docProps/app.xml" Id="R68c328ee97ab40de" /><Relationship Type="http://schemas.openxmlformats.org/officeDocument/2006/relationships/custom-properties" Target="/docProps/custom.xml" Id="R796ef0a715c44a9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87ec98af96a54d3e"/>
  </p:notesMasterIdLst>
  <p:sldIdLst>
    <p:sldId id="256" r:id="R2572027ccdff47a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572027ccdff47ad" /><Relationship Type="http://schemas.openxmlformats.org/officeDocument/2006/relationships/notesMaster" Target="/ppt/notesMasters/notesMaster1.xml" Id="R87ec98af96a54d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106922ade948f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72c516457d84824" /><Relationship Type="http://schemas.openxmlformats.org/officeDocument/2006/relationships/slide" Target="/ppt/slides/slide1.xml" Id="Rd1c942210ec146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Same three numbers, no cards. Rules and type carry the structure.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4d7c39e6347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f35e8b47d43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04ec1d84b49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cb504a24a42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7ec0c928e4ba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767cc4d9daf4d6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06ca5542d47a2" /><Relationship Type="http://schemas.openxmlformats.org/officeDocument/2006/relationships/notesSlide" Target="/ppt/notesSlides/notesSlide1.xml" Id="R8f2a2edfa17140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2F0"/>
        </a:solidFill>
      </p:bgPr>
    </p:bg>
    <p:spTree>
      <p:nvGrpSpPr>
        <p:cNvPr id="1" name=""/>
        <p:cNvGrpSpPr/>
        <p:nvPr/>
      </p:nvGrpSpPr>
      <p:grpSpPr/>
      <p:sp>
        <p:nvSpPr>
          <p:cNvPr id="100000" name="mark"/>
          <p:cNvSpPr txBox="1"/>
          <p:nvPr/>
        </p:nvSpPr>
        <p:spPr>
          <a:xfrm xmlns:a="http://schemas.openxmlformats.org/drawingml/2006/main">
            <a:off x="792000" y="450000"/>
            <a:ext cx="36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 spc="-30">
                <a:solidFill>
                  <a:srgbClr val="111111"/>
                </a:solidFill>
                <a:latin typeface="Arial"/>
                <a:ea typeface="Arial"/>
              </a:rPr>
              <a:t>Slide.Bench</a:t>
            </a:r>
          </a:p>
        </p:txBody>
      </p:sp>
      <p:sp>
        <p:nvSpPr>
          <p:cNvPr id="100001" name="markdot"/>
          <p:cNvSpPr/>
          <p:nvPr/>
        </p:nvSpPr>
        <p:spPr>
          <a:xfrm xmlns:a="http://schemas.openxmlformats.org/drawingml/2006/main">
            <a:off x="1987200" y="694800"/>
            <a:ext cx="61200" cy="6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2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meta"/>
          <p:cNvSpPr txBox="1"/>
          <p:nvPr/>
        </p:nvSpPr>
        <p:spPr>
          <a:xfrm xmlns:a="http://schemas.openxmlformats.org/drawingml/2006/main">
            <a:off x="5760000" y="475200"/>
            <a:ext cx="5641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000" cap="all" spc="140">
                <a:solidFill>
                  <a:srgbClr val="6E6E68"/>
                </a:solidFill>
                <a:latin typeface="Arial"/>
                <a:ea typeface="Arial"/>
              </a:rPr>
              <a:t>AUDITING    officecli-pptx v1.0.152</a:t>
            </a:r>
          </a:p>
        </p:txBody>
      </p:sp>
      <p:sp>
        <p:nvSpPr>
          <p:cNvPr id="100003" name="rule1"/>
          <p:cNvSpPr/>
          <p:nvPr/>
        </p:nvSpPr>
        <p:spPr>
          <a:xfrm xmlns:a="http://schemas.openxmlformats.org/drawingml/2006/main">
            <a:off x="792000" y="943200"/>
            <a:ext cx="106092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4" name="lead"/>
          <p:cNvSpPr txBox="1"/>
          <p:nvPr/>
        </p:nvSpPr>
        <p:spPr>
          <a:xfrm xmlns:a="http://schemas.openxmlformats.org/drawingml/2006/main">
            <a:off x="792000" y="1206000"/>
            <a:ext cx="7920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 spc="-80">
                <a:solidFill>
                  <a:srgbClr val="111111"/>
                </a:solidFill>
                <a:latin typeface="Arial"/>
                <a:ea typeface="Arial"/>
              </a:rPr>
              <a:t>What a text-only gate cannot see</a:t>
            </a:r>
          </a:p>
        </p:txBody>
      </p:sp>
      <p:sp>
        <p:nvSpPr>
          <p:cNvPr id="100005" name="rule2"/>
          <p:cNvSpPr/>
          <p:nvPr/>
        </p:nvSpPr>
        <p:spPr>
          <a:xfrm xmlns:a="http://schemas.openxmlformats.org/drawingml/2006/main">
            <a:off x="792000" y="2106000"/>
            <a:ext cx="106092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l1"/>
          <p:cNvSpPr txBox="1"/>
          <p:nvPr/>
        </p:nvSpPr>
        <p:spPr>
          <a:xfrm xmlns:a="http://schemas.openxmlformats.org/drawingml/2006/main">
            <a:off x="792000" y="2286000"/>
            <a:ext cx="3319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50" cap="all" spc="160">
                <a:solidFill>
                  <a:srgbClr val="6E6E68"/>
                </a:solidFill>
                <a:latin typeface="Arial"/>
                <a:ea typeface="Arial"/>
              </a:rPr>
              <a:t>Impeccable</a:t>
            </a:r>
          </a:p>
        </p:txBody>
      </p:sp>
      <p:sp>
        <p:nvSpPr>
          <p:cNvPr id="100007" name="n1"/>
          <p:cNvSpPr txBox="1"/>
          <p:nvPr/>
        </p:nvSpPr>
        <p:spPr>
          <a:xfrm xmlns:a="http://schemas.openxmlformats.org/drawingml/2006/main">
            <a:off x="792000" y="2538000"/>
            <a:ext cx="33192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7600" b="1" spc="-250">
                <a:solidFill>
                  <a:srgbClr val="111111"/>
                </a:solidFill>
                <a:latin typeface="Arial"/>
                <a:ea typeface="Arial"/>
              </a:rPr>
              <a:t>61</a:t>
            </a:r>
          </a:p>
        </p:txBody>
      </p:sp>
      <p:sp>
        <p:nvSpPr>
          <p:cNvPr id="100008" name="d1"/>
          <p:cNvSpPr txBox="1"/>
          <p:nvPr/>
        </p:nvSpPr>
        <p:spPr>
          <a:xfrm xmlns:a="http://schemas.openxmlformats.org/drawingml/2006/main">
            <a:off x="792000" y="3726000"/>
            <a:ext cx="3096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</a:pPr>
            <a:r>
              <a:rPr lang="en-US" sz="1250">
                <a:solidFill>
                  <a:srgbClr val="3A3A36"/>
                </a:solidFill>
                <a:latin typeface="Arial"/>
                <a:ea typeface="Arial"/>
              </a:rPr>
              <a:t>deterministic rules, none of them aimed at a slide</a:t>
            </a:r>
          </a:p>
        </p:txBody>
      </p:sp>
      <p:sp>
        <p:nvSpPr>
          <p:cNvPr id="100009" name="v1"/>
          <p:cNvSpPr/>
          <p:nvPr/>
        </p:nvSpPr>
        <p:spPr>
          <a:xfrm xmlns:a="http://schemas.openxmlformats.org/drawingml/2006/main">
            <a:off x="4219200" y="2286000"/>
            <a:ext cx="9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l2"/>
          <p:cNvSpPr txBox="1"/>
          <p:nvPr/>
        </p:nvSpPr>
        <p:spPr>
          <a:xfrm xmlns:a="http://schemas.openxmlformats.org/drawingml/2006/main">
            <a:off x="4435200" y="2286000"/>
            <a:ext cx="3319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50" cap="all" spc="160">
                <a:solidFill>
                  <a:srgbClr val="6E6E68"/>
                </a:solidFill>
                <a:latin typeface="Arial"/>
                <a:ea typeface="Arial"/>
              </a:rPr>
              <a:t>For .pptx</a:t>
            </a:r>
          </a:p>
        </p:txBody>
      </p:sp>
      <p:sp>
        <p:nvSpPr>
          <p:cNvPr id="100011" name="n2"/>
          <p:cNvSpPr txBox="1"/>
          <p:nvPr/>
        </p:nvSpPr>
        <p:spPr>
          <a:xfrm xmlns:a="http://schemas.openxmlformats.org/drawingml/2006/main">
            <a:off x="4435200" y="2538000"/>
            <a:ext cx="33192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7600" b="1" spc="-250">
                <a:solidFill>
                  <a:srgbClr val="111111"/>
                </a:solidFill>
                <a:latin typeface="Arial"/>
                <a:ea typeface="Arial"/>
              </a:rPr>
              <a:t>0</a:t>
            </a:r>
          </a:p>
        </p:txBody>
      </p:sp>
      <p:sp>
        <p:nvSpPr>
          <p:cNvPr id="100012" name="d2"/>
          <p:cNvSpPr txBox="1"/>
          <p:nvPr/>
        </p:nvSpPr>
        <p:spPr>
          <a:xfrm xmlns:a="http://schemas.openxmlformats.org/drawingml/2006/main">
            <a:off x="4435200" y="3726000"/>
            <a:ext cx="3096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</a:pPr>
            <a:r>
              <a:rPr lang="en-US" sz="1250">
                <a:solidFill>
                  <a:srgbClr val="3A3A36"/>
                </a:solidFill>
                <a:latin typeface="Arial"/>
                <a:ea typeface="Arial"/>
              </a:rPr>
              <a:t>every design rule in both deck skills is prose an agent may ignore</a:t>
            </a:r>
          </a:p>
        </p:txBody>
      </p:sp>
      <p:sp>
        <p:nvSpPr>
          <p:cNvPr id="100013" name="v2"/>
          <p:cNvSpPr/>
          <p:nvPr/>
        </p:nvSpPr>
        <p:spPr>
          <a:xfrm xmlns:a="http://schemas.openxmlformats.org/drawingml/2006/main">
            <a:off x="7862400" y="2286000"/>
            <a:ext cx="9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l3"/>
          <p:cNvSpPr txBox="1"/>
          <p:nvPr/>
        </p:nvSpPr>
        <p:spPr>
          <a:xfrm xmlns:a="http://schemas.openxmlformats.org/drawingml/2006/main">
            <a:off x="8082000" y="2286000"/>
            <a:ext cx="3319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50" cap="all" spc="160">
                <a:solidFill>
                  <a:srgbClr val="E8422E"/>
                </a:solidFill>
                <a:latin typeface="Arial"/>
                <a:ea typeface="Arial"/>
              </a:rPr>
              <a:t>Then it stops</a:t>
            </a:r>
          </a:p>
        </p:txBody>
      </p:sp>
      <p:sp>
        <p:nvSpPr>
          <p:cNvPr id="100015" name="n3"/>
          <p:cNvSpPr txBox="1"/>
          <p:nvPr/>
        </p:nvSpPr>
        <p:spPr>
          <a:xfrm xmlns:a="http://schemas.openxmlformats.org/drawingml/2006/main">
            <a:off x="8082000" y="2538000"/>
            <a:ext cx="33192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7600" b="1" spc="-250">
                <a:solidFill>
                  <a:srgbClr val="E8422E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00016" name="d3"/>
          <p:cNvSpPr txBox="1"/>
          <p:nvPr/>
        </p:nvSpPr>
        <p:spPr>
          <a:xfrm xmlns:a="http://schemas.openxmlformats.org/drawingml/2006/main">
            <a:off x="8082000" y="3726000"/>
            <a:ext cx="3096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</a:pPr>
            <a:r>
              <a:rPr lang="en-US" sz="1250">
                <a:solidFill>
                  <a:srgbClr val="3A3A36"/>
                </a:solidFill>
                <a:latin typeface="Arial"/>
                <a:ea typeface="Arial"/>
              </a:rPr>
              <a:t>fix cycles, then the gate gives up and hands the deck back</a:t>
            </a:r>
          </a:p>
        </p:txBody>
      </p:sp>
      <p:sp>
        <p:nvSpPr>
          <p:cNvPr id="100017" name="rule3"/>
          <p:cNvSpPr/>
          <p:nvPr/>
        </p:nvSpPr>
        <p:spPr>
          <a:xfrm xmlns:a="http://schemas.openxmlformats.org/drawingml/2006/main">
            <a:off x="792000" y="4734000"/>
            <a:ext cx="106092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ftlab"/>
          <p:cNvSpPr txBox="1"/>
          <p:nvPr/>
        </p:nvSpPr>
        <p:spPr>
          <a:xfrm xmlns:a="http://schemas.openxmlformats.org/drawingml/2006/main">
            <a:off x="792000" y="4896000"/>
            <a:ext cx="43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50" cap="all" spc="160">
                <a:solidFill>
                  <a:srgbClr val="6E6E68"/>
                </a:solidFill>
                <a:latin typeface="Arial"/>
                <a:ea typeface="Arial"/>
              </a:rPr>
              <a:t>Missed on this very deck</a:t>
            </a:r>
          </a:p>
        </p:txBody>
      </p:sp>
      <p:sp>
        <p:nvSpPr>
          <p:cNvPr id="100019" name="r1a"/>
          <p:cNvSpPr txBox="1"/>
          <p:nvPr/>
        </p:nvSpPr>
        <p:spPr>
          <a:xfrm xmlns:a="http://schemas.openxmlformats.org/drawingml/2006/main">
            <a:off x="792000" y="5202000"/>
            <a:ext cx="144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E6E68"/>
                </a:solidFill>
                <a:latin typeface="Arial"/>
                <a:ea typeface="Arial"/>
              </a:rPr>
              <a:t>slide 2</a:t>
            </a:r>
          </a:p>
        </p:txBody>
      </p:sp>
      <p:sp>
        <p:nvSpPr>
          <p:cNvPr id="100020" name="r1b"/>
          <p:cNvSpPr txBox="1"/>
          <p:nvPr/>
        </p:nvSpPr>
        <p:spPr>
          <a:xfrm xmlns:a="http://schemas.openxmlformats.org/drawingml/2006/main">
            <a:off x="2160000" y="5202000"/>
            <a:ext cx="288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11111"/>
                </a:solidFill>
                <a:latin typeface="Arial"/>
                <a:ea typeface="Arial"/>
              </a:rPr>
              <a:t>dead-band</a:t>
            </a:r>
          </a:p>
        </p:txBody>
      </p:sp>
      <p:sp>
        <p:nvSpPr>
          <p:cNvPr id="100021" name="r1c"/>
          <p:cNvSpPr txBox="1"/>
          <p:nvPr/>
        </p:nvSpPr>
        <p:spPr>
          <a:xfrm xmlns:a="http://schemas.openxmlformats.org/drawingml/2006/main">
            <a:off x="6840000" y="5202000"/>
            <a:ext cx="45612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3A3A36"/>
                </a:solidFill>
                <a:latin typeface="Arial"/>
                <a:ea typeface="Arial"/>
              </a:rPr>
              <a:t>37% of slide height empty</a:t>
            </a:r>
          </a:p>
        </p:txBody>
      </p:sp>
      <p:sp>
        <p:nvSpPr>
          <p:cNvPr id="100022" name="hr1"/>
          <p:cNvSpPr/>
          <p:nvPr/>
        </p:nvSpPr>
        <p:spPr>
          <a:xfrm xmlns:a="http://schemas.openxmlformats.org/drawingml/2006/main">
            <a:off x="792000" y="5490000"/>
            <a:ext cx="106092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r2a"/>
          <p:cNvSpPr txBox="1"/>
          <p:nvPr/>
        </p:nvSpPr>
        <p:spPr>
          <a:xfrm xmlns:a="http://schemas.openxmlformats.org/drawingml/2006/main">
            <a:off x="792000" y="5580000"/>
            <a:ext cx="144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E6E68"/>
                </a:solidFill>
                <a:latin typeface="Arial"/>
                <a:ea typeface="Arial"/>
              </a:rPr>
              <a:t>slide 4</a:t>
            </a:r>
          </a:p>
        </p:txBody>
      </p:sp>
      <p:sp>
        <p:nvSpPr>
          <p:cNvPr id="100024" name="r2b"/>
          <p:cNvSpPr txBox="1"/>
          <p:nvPr/>
        </p:nvSpPr>
        <p:spPr>
          <a:xfrm xmlns:a="http://schemas.openxmlformats.org/drawingml/2006/main">
            <a:off x="2160000" y="5580000"/>
            <a:ext cx="288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11111"/>
                </a:solidFill>
                <a:latin typeface="Arial"/>
                <a:ea typeface="Arial"/>
              </a:rPr>
              <a:t>dead-band</a:t>
            </a:r>
          </a:p>
        </p:txBody>
      </p:sp>
      <p:sp>
        <p:nvSpPr>
          <p:cNvPr id="100025" name="r2c"/>
          <p:cNvSpPr txBox="1"/>
          <p:nvPr/>
        </p:nvSpPr>
        <p:spPr>
          <a:xfrm xmlns:a="http://schemas.openxmlformats.org/drawingml/2006/main">
            <a:off x="6840000" y="5580000"/>
            <a:ext cx="45612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3A3A36"/>
                </a:solidFill>
                <a:latin typeface="Arial"/>
                <a:ea typeface="Arial"/>
              </a:rPr>
              <a:t>42% of slide height empty</a:t>
            </a:r>
          </a:p>
        </p:txBody>
      </p:sp>
      <p:sp>
        <p:nvSpPr>
          <p:cNvPr id="100026" name="hr2"/>
          <p:cNvSpPr/>
          <p:nvPr/>
        </p:nvSpPr>
        <p:spPr>
          <a:xfrm xmlns:a="http://schemas.openxmlformats.org/drawingml/2006/main">
            <a:off x="792000" y="5868000"/>
            <a:ext cx="106092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r3a"/>
          <p:cNvSpPr txBox="1"/>
          <p:nvPr/>
        </p:nvSpPr>
        <p:spPr>
          <a:xfrm xmlns:a="http://schemas.openxmlformats.org/drawingml/2006/main">
            <a:off x="792000" y="5958000"/>
            <a:ext cx="144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E6E68"/>
                </a:solidFill>
                <a:latin typeface="Arial"/>
                <a:ea typeface="Arial"/>
              </a:rPr>
              <a:t>slides 2-4</a:t>
            </a:r>
          </a:p>
        </p:txBody>
      </p:sp>
      <p:sp>
        <p:nvSpPr>
          <p:cNvPr id="100028" name="r3b"/>
          <p:cNvSpPr txBox="1"/>
          <p:nvPr/>
        </p:nvSpPr>
        <p:spPr>
          <a:xfrm xmlns:a="http://schemas.openxmlformats.org/drawingml/2006/main">
            <a:off x="2160000" y="5958000"/>
            <a:ext cx="288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11111"/>
                </a:solidFill>
                <a:latin typeface="Arial"/>
                <a:ea typeface="Arial"/>
              </a:rPr>
              <a:t>edge-margin</a:t>
            </a:r>
          </a:p>
        </p:txBody>
      </p:sp>
      <p:sp>
        <p:nvSpPr>
          <p:cNvPr id="100029" name="r3c"/>
          <p:cNvSpPr txBox="1"/>
          <p:nvPr/>
        </p:nvSpPr>
        <p:spPr>
          <a:xfrm xmlns:a="http://schemas.openxmlformats.org/drawingml/2006/main">
            <a:off x="6840000" y="5958000"/>
            <a:ext cx="45612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3A3A36"/>
                </a:solidFill>
                <a:latin typeface="Arial"/>
                <a:ea typeface="Arial"/>
              </a:rPr>
              <a:t>1.20cm against a 1.27cm floor</a:t>
            </a:r>
          </a:p>
        </p:txBody>
      </p:sp>
      <p:sp>
        <p:nvSpPr>
          <p:cNvPr id="100030" name="verdict"/>
          <p:cNvSpPr/>
          <p:nvPr/>
        </p:nvSpPr>
        <p:spPr>
          <a:xfrm xmlns:a="http://schemas.openxmlformats.org/drawingml/2006/main">
            <a:off x="792000" y="6390000"/>
            <a:ext cx="72000" cy="15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2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verdicttx"/>
          <p:cNvSpPr txBox="1"/>
          <p:nvPr/>
        </p:nvSpPr>
        <p:spPr>
          <a:xfrm xmlns:a="http://schemas.openxmlformats.org/drawingml/2006/main">
            <a:off x="990000" y="6357600"/>
            <a:ext cx="10404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3A3A36"/>
                </a:solidFill>
                <a:latin typeface="Arial"/>
                <a:ea typeface="Arial"/>
              </a:rPr>
              <a:t>officecli validate: pass    ·    view issues: 0 found    ·    deck-lint: 6 findings</a:t>
            </a:r>
          </a:p>
        </p:txBody>
      </p:sp>
    </p:spTree>
    <p:bogus/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2026-09-24T15:15:39Z</dcterms:created>
  <cp:lastModifiedBy>OfficeCLI</cp:lastModifiedBy>
  <dcterms:modified xsi:type="dcterms:W3CDTF">2026-09-24T15:15:39Z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2026-09-24T15:34:21Z</vt:lpwstr>
  </op:property>
</op:Properties>
</file>