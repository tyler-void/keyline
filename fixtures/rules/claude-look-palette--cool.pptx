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A calm deck about bonsai keepers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20000" y="1800000"/>
            <a:ext cx="1075212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11111"/>
                </a:solidFill>
                <a:latin typeface="Arial"/>
              </a:rPr>
              <a:t>Keepers visit a tree for a whole season before a match</a:t>
            </a:r>
          </a:p>
        </p:txBody>
      </p:sp>
      <p:sp>
        <p:nvSpPr>
          <p:cNvPr id="4" name="accent"/>
          <p:cNvSpPr txBox="1"/>
          <p:nvPr/>
        </p:nvSpPr>
        <p:spPr>
          <a:xfrm>
            <a:off x="720000" y="3240000"/>
            <a:ext cx="43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D20F39"/>
                </a:solidFill>
                <a:latin typeface="Arial"/>
              </a:rPr>
              <a:t>Seasonal Boost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A calm deck about bonsai keepers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20000" y="1800000"/>
            <a:ext cx="1075212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11111"/>
                </a:solidFill>
                <a:latin typeface="Arial"/>
              </a:rPr>
              <a:t>Keepers visit a tree for a whole season before a match</a:t>
            </a:r>
          </a:p>
        </p:txBody>
      </p:sp>
      <p:sp>
        <p:nvSpPr>
          <p:cNvPr id="4" name="accent"/>
          <p:cNvSpPr txBox="1"/>
          <p:nvPr/>
        </p:nvSpPr>
        <p:spPr>
          <a:xfrm>
            <a:off x="720000" y="3240000"/>
            <a:ext cx="43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D20F39"/>
                </a:solidFill>
                <a:latin typeface="Arial"/>
              </a:rPr>
              <a:t>Seasonal Boost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