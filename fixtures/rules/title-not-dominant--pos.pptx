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A timid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216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Ten words of body text that compete with the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