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rge"/>
          <p:cNvSpPr txBox="1"/>
          <p:nvPr/>
        </p:nvSpPr>
        <p:spPr>
          <a:xfrm>
            <a:off x="720000" y="720000"/>
            <a:ext cx="28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600" b="1">
                <a:solidFill>
                  <a:srgbClr val="E8422E"/>
                </a:solidFill>
                <a:latin typeface="Arial"/>
              </a:rPr>
              <a:t>3</a:t>
            </a:r>
          </a:p>
        </p:txBody>
      </p:sp>
      <p:sp>
        <p:nvSpPr>
          <p:cNvPr id="3" name="card"/>
          <p:cNvSpPr/>
          <p:nvPr/>
        </p:nvSpPr>
        <p:spPr>
          <a:xfrm>
            <a:off x="4320000" y="720000"/>
            <a:ext cx="3600000" cy="252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-text"/>
          <p:cNvSpPr txBox="1"/>
          <p:nvPr/>
        </p:nvSpPr>
        <p:spPr>
          <a:xfrm>
            <a:off x="4320000" y="720000"/>
            <a:ext cx="36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White on navy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chemeClr val="accent1"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shade val="100000"/>
                <a:satMod val="350000"/>
              </a:schemeClr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n-gradient"/>
          <p:cNvSpPr txBox="1"/>
          <p:nvPr/>
        </p:nvSpPr>
        <p:spPr>
          <a:xfrm>
            <a:off x="720000" y="72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77777"/>
                </a:solidFill>
                <a:latin typeface="Arial"/>
              </a:rPr>
              <a:t>Text on a gradient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