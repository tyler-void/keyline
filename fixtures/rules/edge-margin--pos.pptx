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ear-left"/>
          <p:cNvSpPr txBox="1"/>
          <p:nvPr/>
        </p:nvSpPr>
        <p:spPr>
          <a:xfrm>
            <a:off x="360000" y="180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111"/>
                </a:solidFill>
                <a:latin typeface="Arial"/>
              </a:rPr>
              <a:t>One centimetre from the left</a:t>
            </a:r>
          </a:p>
        </p:txBody>
      </p:sp>
      <p:sp>
        <p:nvSpPr>
          <p:cNvPr id="3" name="near-bottom"/>
          <p:cNvSpPr/>
          <p:nvPr/>
        </p:nvSpPr>
        <p:spPr>
          <a:xfrm>
            <a:off x="4320000" y="6318000"/>
            <a:ext cx="2880000" cy="36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-to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0" y="288000"/>
            <a:ext cx="1800000" cy="1080000"/>
          </a:xfrm>
          <a:prstGeom prst="rect">
            <a:avLst/>
          </a:prstGeom>
        </p:spPr>
      </p:pic>
      <p:graphicFrame>
        <p:nvGraphicFramePr>
          <p:cNvPr id="5" name="chart-right"/>
          <p:cNvGraphicFramePr>
            <a:graphicFrameLocks noGrp="1"/>
          </p:cNvGraphicFramePr>
          <p:nvPr/>
        </p:nvGraphicFramePr>
        <p:xfrm>
          <a:off x="7200000" y="1800000"/>
          <a:ext cx="4812120" cy="288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