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78336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62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EF2EE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DB2FF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5697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5697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78336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B6C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1D4FB8"/>
                </a:solidFill>
                <a:latin typeface="Georgia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A5A51"/>
                </a:solidFill>
                <a:latin typeface="Georgia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6251D"/>
      </a:dk1>
      <a:lt1>
        <a:srgbClr val="EEF2EE"/>
      </a:lt1>
      <a:dk2>
        <a:srgbClr val="4A5A51"/>
      </a:dk2>
      <a:lt2>
        <a:srgbClr val="B6C2BA"/>
      </a:lt2>
      <a:accent1>
        <a:srgbClr val="1D4FB8"/>
      </a:accent1>
      <a:accent2>
        <a:srgbClr val="8DB2FF"/>
      </a:accent2>
      <a:accent3>
        <a:srgbClr val="4A5A51"/>
      </a:accent3>
      <a:accent4>
        <a:srgbClr val="B6C2BA"/>
      </a:accent4>
      <a:accent5>
        <a:srgbClr val="16251D"/>
      </a:accent5>
      <a:accent6>
        <a:srgbClr val="4A5A51"/>
      </a:accent6>
      <a:hlink>
        <a:srgbClr val="16251D"/>
      </a:hlink>
      <a:folHlink>
        <a:srgbClr val="4A5A51"/>
      </a:folHlink>
    </a:clrScheme>
    <a:fontScheme name="swiss">
      <a:majorFont>
        <a:latin typeface="Georgia"/>
        <a:ea typeface=""/>
        <a:cs typeface=""/>
      </a:majorFont>
      <a:minorFont>
        <a:latin typeface="Georgia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