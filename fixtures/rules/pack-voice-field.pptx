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6251D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88568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62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EEF2EE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8DB2FF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64413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64413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88568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4A5A51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6251D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6251D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6251D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6251D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Trees meet keepers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Keepers wait a season before a match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Most keepers visit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62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airline"/>
          <p:cNvSpPr/>
          <p:nvPr/>
        </p:nvSpPr>
        <p:spPr>
          <a:xfrm>
            <a:off x="540000" y="6192000"/>
            <a:ext cx="11112120" cy="18000"/>
          </a:xfrm>
          <a:prstGeom prst="rect">
            <a:avLst/>
          </a:prstGeom>
          <a:solidFill>
            <a:srgbClr val="B6C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umeral"/>
          <p:cNvSpPr txBox="1"/>
          <p:nvPr/>
        </p:nvSpPr>
        <p:spPr>
          <a:xfrm>
            <a:off x="540000" y="2160000"/>
            <a:ext cx="7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0" b="1">
                <a:solidFill>
                  <a:srgbClr val="1D4FB8"/>
                </a:solidFill>
                <a:latin typeface="Georgia"/>
              </a:rPr>
              <a:t>212 years</a:t>
            </a:r>
          </a:p>
        </p:txBody>
      </p:sp>
      <p:sp>
        <p:nvSpPr>
          <p:cNvPr id="8" name="label"/>
          <p:cNvSpPr txBox="1"/>
          <p:nvPr/>
        </p:nvSpPr>
        <p:spPr>
          <a:xfrm>
            <a:off x="540000" y="43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A5A51"/>
                </a:solidFill>
                <a:latin typeface="Georgia"/>
              </a:rPr>
              <a:t>OLDEST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 the first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6251D"/>
      </a:dk1>
      <a:lt1>
        <a:srgbClr val="EEF2EE"/>
      </a:lt1>
      <a:dk2>
        <a:srgbClr val="4A5A51"/>
      </a:dk2>
      <a:lt2>
        <a:srgbClr val="B6C2BA"/>
      </a:lt2>
      <a:accent1>
        <a:srgbClr val="1D4FB8"/>
      </a:accent1>
      <a:accent2>
        <a:srgbClr val="8DB2FF"/>
      </a:accent2>
      <a:accent3>
        <a:srgbClr val="4A5A51"/>
      </a:accent3>
      <a:accent4>
        <a:srgbClr val="B6C2BA"/>
      </a:accent4>
      <a:accent5>
        <a:srgbClr val="16251D"/>
      </a:accent5>
      <a:accent6>
        <a:srgbClr val="4A5A51"/>
      </a:accent6>
      <a:hlink>
        <a:srgbClr val="16251D"/>
      </a:hlink>
      <a:folHlink>
        <a:srgbClr val="4A5A51"/>
      </a:folHlink>
    </a:clrScheme>
    <a:fontScheme name="swiss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