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8856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EF2EE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DB2FF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64413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64413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8856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6C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D4FB8"/>
                </a:solidFill>
                <a:latin typeface="Georgia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A5A51"/>
                </a:solidFill>
                <a:latin typeface="Georgia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Georgia"/>
      </a:majorFont>
      <a:minorFont>
        <a:latin typeface="Georgia"/>
        <a:ea typeface=""/>
        <a:cs typeface="Georgia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