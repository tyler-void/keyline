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rd-a"/>
          <p:cNvSpPr/>
          <p:nvPr/>
        </p:nvSpPr>
        <p:spPr>
          <a:xfrm>
            <a:off x="720000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Point 1</a:t>
            </a:r>
          </a:p>
        </p:txBody>
      </p:sp>
      <p:sp>
        <p:nvSpPr>
          <p:cNvPr id="3" name="card-b"/>
          <p:cNvSpPr/>
          <p:nvPr/>
        </p:nvSpPr>
        <p:spPr>
          <a:xfrm>
            <a:off x="4320000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Point 2</a:t>
            </a:r>
          </a:p>
        </p:txBody>
      </p:sp>
      <p:sp>
        <p:nvSpPr>
          <p:cNvPr id="4" name="card-c"/>
          <p:cNvSpPr/>
          <p:nvPr/>
        </p:nvSpPr>
        <p:spPr>
          <a:xfrm>
            <a:off x="7920000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Point 3</a:t>
            </a:r>
          </a:p>
        </p:txBody>
      </p:sp>
      <p:cxnSp>
        <p:nvCxnSpPr>
          <p:cNvPr id="5" name="Connector 4"/>
          <p:cNvCxnSpPr>
            <a:stCxn id="2" idx="3"/>
            <a:endCxn id="3" idx="1"/>
          </p:cNvCxnSpPr>
          <p:nvPr/>
        </p:nvCxnSpPr>
        <p:spPr>
          <a:xfrm flipV="1">
            <a:off x="3960000" y="3240000"/>
            <a:ext cx="36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>
            <a:stCxn id="3" idx="3"/>
            <a:endCxn id="4" idx="1"/>
          </p:cNvCxnSpPr>
          <p:nvPr/>
        </p:nvCxnSpPr>
        <p:spPr>
          <a:xfrm flipV="1">
            <a:off x="7560000" y="3240000"/>
            <a:ext cx="36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rd-a"/>
          <p:cNvSpPr/>
          <p:nvPr/>
        </p:nvSpPr>
        <p:spPr>
          <a:xfrm>
            <a:off x="720000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Point 1</a:t>
            </a:r>
          </a:p>
        </p:txBody>
      </p:sp>
      <p:sp>
        <p:nvSpPr>
          <p:cNvPr id="3" name="card-b"/>
          <p:cNvSpPr/>
          <p:nvPr/>
        </p:nvSpPr>
        <p:spPr>
          <a:xfrm>
            <a:off x="4320000" y="2160000"/>
            <a:ext cx="3564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Point 2</a:t>
            </a:r>
          </a:p>
        </p:txBody>
      </p:sp>
      <p:sp>
        <p:nvSpPr>
          <p:cNvPr id="4" name="card-c"/>
          <p:cNvSpPr/>
          <p:nvPr/>
        </p:nvSpPr>
        <p:spPr>
          <a:xfrm>
            <a:off x="8243999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rd-a"/>
          <p:cNvSpPr/>
          <p:nvPr/>
        </p:nvSpPr>
        <p:spPr>
          <a:xfrm>
            <a:off x="720000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Point 1</a:t>
            </a:r>
          </a:p>
        </p:txBody>
      </p:sp>
      <p:sp>
        <p:nvSpPr>
          <p:cNvPr id="3" name="card-b"/>
          <p:cNvSpPr/>
          <p:nvPr/>
        </p:nvSpPr>
        <p:spPr>
          <a:xfrm>
            <a:off x="4140000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Point 2</a:t>
            </a:r>
          </a:p>
        </p:txBody>
      </p:sp>
      <p:sp>
        <p:nvSpPr>
          <p:cNvPr id="4" name="card-c"/>
          <p:cNvSpPr/>
          <p:nvPr/>
        </p:nvSpPr>
        <p:spPr>
          <a:xfrm>
            <a:off x="7920000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rd-a"/>
          <p:cNvSpPr/>
          <p:nvPr/>
        </p:nvSpPr>
        <p:spPr>
          <a:xfrm>
            <a:off x="720000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Point 1</a:t>
            </a:r>
          </a:p>
        </p:txBody>
      </p:sp>
      <p:sp>
        <p:nvSpPr>
          <p:cNvPr id="3" name="card-b"/>
          <p:cNvSpPr/>
          <p:nvPr/>
        </p:nvSpPr>
        <p:spPr>
          <a:xfrm>
            <a:off x="4320000" y="2160000"/>
            <a:ext cx="3240000" cy="21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Point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