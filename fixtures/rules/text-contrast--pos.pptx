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720000" y="7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E8422E"/>
                </a:solidFill>
                <a:latin typeface="Arial"/>
              </a:rPr>
              <a:t>THEN IT STOPS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hite-card"/>
          <p:cNvSpPr/>
          <p:nvPr/>
        </p:nvSpPr>
        <p:spPr>
          <a:xfrm>
            <a:off x="1080000" y="1080000"/>
            <a:ext cx="4320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n-card"/>
          <p:cNvSpPr txBox="1"/>
          <p:nvPr/>
        </p:nvSpPr>
        <p:spPr>
          <a:xfrm>
            <a:off x="1440000" y="144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ADCFC"/>
                </a:solidFill>
                <a:latin typeface="Arial"/>
              </a:rPr>
              <a:t>Pale text on a white card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