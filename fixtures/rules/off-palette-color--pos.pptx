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Keepers wait a season before a match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 keepers visit twice</a:t>
            </a:r>
          </a:p>
        </p:txBody>
      </p:sp>
      <p:sp>
        <p:nvSpPr>
          <p:cNvPr id="4" name="off-ink"/>
          <p:cNvSpPr txBox="1"/>
          <p:nvPr/>
        </p:nvSpPr>
        <p:spPr>
          <a:xfrm>
            <a:off x="540000" y="432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333"/>
                </a:solidFill>
                <a:latin typeface="Arial"/>
              </a:rPr>
              <a:t>A softer grey line</a:t>
            </a:r>
          </a:p>
        </p:txBody>
      </p:sp>
      <p:sp>
        <p:nvSpPr>
          <p:cNvPr id="5" name="off-fill"/>
          <p:cNvSpPr/>
          <p:nvPr/>
        </p:nvSpPr>
        <p:spPr>
          <a:xfrm>
            <a:off x="8640000" y="4320000"/>
            <a:ext cx="2160000" cy="108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tree, one keeper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