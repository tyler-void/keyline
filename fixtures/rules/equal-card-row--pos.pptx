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rd-a"/>
          <p:cNvSpPr/>
          <p:nvPr/>
        </p:nvSpPr>
        <p:spPr>
          <a:xfrm>
            <a:off x="720000" y="2160000"/>
            <a:ext cx="3240000" cy="216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Point 1</a:t>
            </a:r>
          </a:p>
        </p:txBody>
      </p:sp>
      <p:sp>
        <p:nvSpPr>
          <p:cNvPr id="3" name="card-b"/>
          <p:cNvSpPr/>
          <p:nvPr/>
        </p:nvSpPr>
        <p:spPr>
          <a:xfrm>
            <a:off x="4320000" y="2160000"/>
            <a:ext cx="3240000" cy="216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Point 2</a:t>
            </a:r>
          </a:p>
        </p:txBody>
      </p:sp>
      <p:sp>
        <p:nvSpPr>
          <p:cNvPr id="4" name="card-c"/>
          <p:cNvSpPr/>
          <p:nvPr/>
        </p:nvSpPr>
        <p:spPr>
          <a:xfrm>
            <a:off x="7920000" y="2160000"/>
            <a:ext cx="3240000" cy="216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Point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pi-a"/>
          <p:cNvSpPr/>
          <p:nvPr/>
        </p:nvSpPr>
        <p:spPr>
          <a:xfrm>
            <a:off x="720000" y="2160000"/>
            <a:ext cx="3240000" cy="216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520000"/>
            <a:ext cx="32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420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ADCFC"/>
                </a:solidFill>
                <a:latin typeface="Arial"/>
              </a:rPr>
              <a:t>label</a:t>
            </a:r>
          </a:p>
        </p:txBody>
      </p:sp>
      <p:sp>
        <p:nvSpPr>
          <p:cNvPr id="5" name="kpi-b"/>
          <p:cNvSpPr/>
          <p:nvPr/>
        </p:nvSpPr>
        <p:spPr>
          <a:xfrm>
            <a:off x="4320000" y="2160000"/>
            <a:ext cx="3240000" cy="216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0" y="2520000"/>
            <a:ext cx="32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3420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ADCFC"/>
                </a:solidFill>
                <a:latin typeface="Arial"/>
              </a:rPr>
              <a:t>label</a:t>
            </a:r>
          </a:p>
        </p:txBody>
      </p:sp>
      <p:sp>
        <p:nvSpPr>
          <p:cNvPr id="8" name="kpi-c"/>
          <p:cNvSpPr/>
          <p:nvPr/>
        </p:nvSpPr>
        <p:spPr>
          <a:xfrm>
            <a:off x="7920000" y="2160000"/>
            <a:ext cx="3240000" cy="216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0" y="2520000"/>
            <a:ext cx="32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0" y="3420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ADCFC"/>
                </a:solidFill>
                <a:latin typeface="Arial"/>
              </a:rPr>
              <a:t>label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