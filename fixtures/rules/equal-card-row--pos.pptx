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ard-a"/>
          <p:cNvSpPr/>
          <p:nvPr/>
        </p:nvSpPr>
        <p:spPr>
          <a:xfrm>
            <a:off x="72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Point 1</a:t>
            </a:r>
          </a:p>
        </p:txBody>
      </p:sp>
      <p:sp>
        <p:nvSpPr>
          <p:cNvPr id="3" name="card-b"/>
          <p:cNvSpPr/>
          <p:nvPr/>
        </p:nvSpPr>
        <p:spPr>
          <a:xfrm>
            <a:off x="432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Point 2</a:t>
            </a:r>
          </a:p>
        </p:txBody>
      </p:sp>
      <p:sp>
        <p:nvSpPr>
          <p:cNvPr id="4" name="card-c"/>
          <p:cNvSpPr/>
          <p:nvPr/>
        </p:nvSpPr>
        <p:spPr>
          <a:xfrm>
            <a:off x="792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FFFFFF"/>
                </a:solidFill>
                <a:latin typeface="Arial"/>
              </a:rPr>
              <a:t>Point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pi-a"/>
          <p:cNvSpPr/>
          <p:nvPr/>
        </p:nvSpPr>
        <p:spPr>
          <a:xfrm>
            <a:off x="72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252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3420000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ADCFC"/>
                </a:solidFill>
                <a:latin typeface="Arial"/>
              </a:rPr>
              <a:t>label</a:t>
            </a:r>
          </a:p>
        </p:txBody>
      </p:sp>
      <p:sp>
        <p:nvSpPr>
          <p:cNvPr id="5" name="kpi-b"/>
          <p:cNvSpPr/>
          <p:nvPr/>
        </p:nvSpPr>
        <p:spPr>
          <a:xfrm>
            <a:off x="432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20000" y="252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0" y="3420000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ADCFC"/>
                </a:solidFill>
                <a:latin typeface="Arial"/>
              </a:rPr>
              <a:t>label</a:t>
            </a:r>
          </a:p>
        </p:txBody>
      </p:sp>
      <p:sp>
        <p:nvSpPr>
          <p:cNvPr id="8" name="kpi-c"/>
          <p:cNvSpPr/>
          <p:nvPr/>
        </p:nvSpPr>
        <p:spPr>
          <a:xfrm>
            <a:off x="7920000" y="2160000"/>
            <a:ext cx="3240000" cy="216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0" y="2520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0" y="3420000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ADCFC"/>
                </a:solidFill>
                <a:latin typeface="Arial"/>
              </a:rPr>
              <a:t>label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