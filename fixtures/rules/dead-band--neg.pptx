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720000" y="540000"/>
            <a:ext cx="1075212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111111"/>
                </a:solidFill>
                <a:latin typeface="Arial"/>
              </a:rPr>
              <a:t>A title in the top band</a:t>
            </a:r>
          </a:p>
        </p:txBody>
      </p:sp>
      <p:sp>
        <p:nvSpPr>
          <p:cNvPr id="3" name="block"/>
          <p:cNvSpPr/>
          <p:nvPr/>
        </p:nvSpPr>
        <p:spPr>
          <a:xfrm>
            <a:off x="720000" y="1440000"/>
            <a:ext cx="10752120" cy="162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ull-background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720000" y="54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111111"/>
                </a:solidFill>
                <a:latin typeface="Arial"/>
              </a:rPr>
              <a:t>Spread evenly</a:t>
            </a:r>
          </a:p>
        </p:txBody>
      </p:sp>
      <p:sp>
        <p:nvSpPr>
          <p:cNvPr id="4" name="band-1"/>
          <p:cNvSpPr/>
          <p:nvPr/>
        </p:nvSpPr>
        <p:spPr>
          <a:xfrm>
            <a:off x="720000" y="1800000"/>
            <a:ext cx="10752120" cy="144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nd-2"/>
          <p:cNvSpPr/>
          <p:nvPr/>
        </p:nvSpPr>
        <p:spPr>
          <a:xfrm>
            <a:off x="720000" y="3600000"/>
            <a:ext cx="10752120" cy="14400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"/>
          <p:cNvSpPr txBox="1"/>
          <p:nvPr/>
        </p:nvSpPr>
        <p:spPr>
          <a:xfrm>
            <a:off x="720000" y="5400000"/>
            <a:ext cx="1075212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111111"/>
                </a:solidFill>
                <a:latin typeface="Arial"/>
              </a:rPr>
              <a:t>A closing line near the bottom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