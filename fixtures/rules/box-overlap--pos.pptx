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rst"/>
          <p:cNvSpPr txBox="1"/>
          <p:nvPr/>
        </p:nvSpPr>
        <p:spPr>
          <a:xfrm>
            <a:off x="1080000" y="108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First text box</a:t>
            </a:r>
          </a:p>
        </p:txBody>
      </p:sp>
      <p:sp>
        <p:nvSpPr>
          <p:cNvPr id="3" name="second"/>
          <p:cNvSpPr txBox="1"/>
          <p:nvPr/>
        </p:nvSpPr>
        <p:spPr>
          <a:xfrm>
            <a:off x="3600000" y="180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Second text box overlapping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