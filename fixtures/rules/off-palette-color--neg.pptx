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18582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13514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13514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18582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BonsaiHub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Trees meet keepers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Most keepers visit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airline"/>
          <p:cNvSpPr/>
          <p:nvPr/>
        </p:nvSpPr>
        <p:spPr>
          <a:xfrm>
            <a:off x="540000" y="6192000"/>
            <a:ext cx="11112120" cy="18000"/>
          </a:xfrm>
          <a:prstGeom prst="rect">
            <a:avLst/>
          </a:prstGeom>
          <a:solidFill>
            <a:srgbClr val="B8B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eral"/>
          <p:cNvSpPr txBox="1"/>
          <p:nvPr/>
        </p:nvSpPr>
        <p:spPr>
          <a:xfrm>
            <a:off x="540000" y="2160000"/>
            <a:ext cx="7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0" b="1">
                <a:solidFill>
                  <a:srgbClr val="CC3322"/>
                </a:solidFill>
                <a:latin typeface="Arial"/>
              </a:rPr>
              <a:t>212 years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540000" y="432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C5C5A"/>
                </a:solidFill>
                <a:latin typeface="Arial"/>
              </a:rPr>
              <a:t>OLDEST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 the first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season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