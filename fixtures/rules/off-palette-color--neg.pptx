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BonsaiHub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Trees meet keepers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Source: BonsaiHub waitlist, September 2026 (fictional)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waitlist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Part one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Keepers wait a season before a match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Most keepers visit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hairline"/>
          <p:cNvSpPr/>
          <p:nvPr/>
        </p:nvSpPr>
        <p:spPr>
          <a:xfrm>
            <a:off x="540000" y="6192000"/>
            <a:ext cx="11112120" cy="18000"/>
          </a:xfrm>
          <a:prstGeom prst="rect">
            <a:avLst/>
          </a:prstGeom>
          <a:solidFill>
            <a:srgbClr val="B8B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umeral"/>
          <p:cNvSpPr txBox="1"/>
          <p:nvPr/>
        </p:nvSpPr>
        <p:spPr>
          <a:xfrm>
            <a:off x="540000" y="2160000"/>
            <a:ext cx="720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0" b="1">
                <a:solidFill>
                  <a:srgbClr val="CC3322"/>
                </a:solidFill>
                <a:latin typeface="Arial"/>
              </a:rPr>
              <a:t>212 years</a:t>
            </a:r>
          </a:p>
        </p:txBody>
      </p:sp>
      <p:sp>
        <p:nvSpPr>
          <p:cNvPr id="8" name="label"/>
          <p:cNvSpPr txBox="1"/>
          <p:nvPr/>
        </p:nvSpPr>
        <p:spPr>
          <a:xfrm>
            <a:off x="540000" y="4320000"/>
            <a:ext cx="72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5C5C5A"/>
                </a:solidFill>
                <a:latin typeface="Arial"/>
              </a:rPr>
              <a:t>OLDEST TREE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Plant the first tree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season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creator>Tyler</dc:creator>
  <cp:lastModifiedBy>Tyler</cp:lastModifiedBy>
  <cp:revision>1</cp:revision>
  <dcterms:created xsi:type="dcterms:W3CDTF">2026-09-24T00:00:00Z</dcterms:created>
  <dcterms:modified xsi:type="dcterms:W3CDTF">2026-09-24T00:00:00Z</dcterms:modified>
</cp:coreProperties>
</file>