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B8B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C5C5A"/>
                </a:solidFill>
                <a:latin typeface="Arial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