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Theme fonts resolve</a:t>
            </a:r>
          </a:p>
        </p:txBody>
      </p:sp>
      <p:sp>
        <p:nvSpPr>
          <p:cNvPr id="4" name="arial"/>
          <p:cNvSpPr txBox="1"/>
          <p:nvPr/>
        </p:nvSpPr>
        <p:spPr>
          <a:xfrm>
            <a:off x="540000" y="432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"/>
              </a:rPr>
              <a:t>Named Arial</a:t>
            </a:r>
          </a:p>
        </p:txBody>
      </p:sp>
      <p:sp>
        <p:nvSpPr>
          <p:cNvPr id="5" name="loose"/>
          <p:cNvSpPr txBox="1"/>
          <p:nvPr/>
        </p:nvSpPr>
        <p:spPr>
          <a:xfrm>
            <a:off x="540000" y="540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  ARIAL "/>
              </a:rPr>
              <a:t>Spelled loosely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