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lvl1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1pPr>
    <a:lvl2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2pPr>
    <a:lvl3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3pPr>
    <a:lvl4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4pPr>
    <a:lvl5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5pPr>
    <a:lvl6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6pPr>
    <a:lvl7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7pPr>
    <a:lvl8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8pPr>
    <a:lvl9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90000" cy="90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80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4191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149000"/>
            <a:ext cx="9230000" cy="14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ection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2529000"/>
            <a:ext cx="9230000" cy="162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F2F2F0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329000"/>
            <a:ext cx="9230000" cy="3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E8422E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729000"/>
            <a:ext cx="9230000" cy="279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3048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: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3048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7348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 hasCustomPrompt="1"/>
          </p:nvPr>
        </p:nvSpPr>
        <p:spPr>
          <a:xfrm>
            <a:off x="8068000" y="2349000"/>
            <a:ext cx="3584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089000"/>
            <a:ext cx="9230000" cy="360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869000"/>
            <a:ext cx="9230000" cy="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5C5C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26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4191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1pPr>
      <a:lvl2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2pPr>
      <a:lvl3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3pPr>
      <a:lvl4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4pPr>
      <a:lvl5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5pPr>
      <a:lvl6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6pPr>
      <a:lvl7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7pPr>
      <a:lvl8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8pPr>
      <a:lvl9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9pPr>
    </p:titleStyle>
    <p:body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9pPr>
    </p:bodyStyle>
    <p:other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Keepers wait a season before a match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Theme fonts resolve</a:t>
            </a:r>
          </a:p>
        </p:txBody>
      </p:sp>
      <p:sp>
        <p:nvSpPr>
          <p:cNvPr id="4" name="arial"/>
          <p:cNvSpPr txBox="1"/>
          <p:nvPr/>
        </p:nvSpPr>
        <p:spPr>
          <a:xfrm>
            <a:off x="540000" y="432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11111"/>
                </a:solidFill>
                <a:latin typeface="Arial"/>
              </a:rPr>
              <a:t>Named Arial</a:t>
            </a:r>
          </a:p>
        </p:txBody>
      </p:sp>
      <p:sp>
        <p:nvSpPr>
          <p:cNvPr id="5" name="loose"/>
          <p:cNvSpPr txBox="1"/>
          <p:nvPr/>
        </p:nvSpPr>
        <p:spPr>
          <a:xfrm>
            <a:off x="540000" y="540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11111"/>
                </a:solidFill>
                <a:latin typeface="  ARIAL "/>
              </a:rPr>
              <a:t>Spelled loosely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yline swiss">
  <a:themeElements>
    <a:clrScheme name="swiss">
      <a:dk1>
        <a:srgbClr val="111111"/>
      </a:dk1>
      <a:lt1>
        <a:srgbClr val="F2F2F0"/>
      </a:lt1>
      <a:dk2>
        <a:srgbClr val="5C5C5A"/>
      </a:dk2>
      <a:lt2>
        <a:srgbClr val="B8B8B4"/>
      </a:lt2>
      <a:accent1>
        <a:srgbClr val="CC3322"/>
      </a:accent1>
      <a:accent2>
        <a:srgbClr val="E8422E"/>
      </a:accent2>
      <a:accent3>
        <a:srgbClr val="5C5C5A"/>
      </a:accent3>
      <a:accent4>
        <a:srgbClr val="B8B8B4"/>
      </a:accent4>
      <a:accent5>
        <a:srgbClr val="111111"/>
      </a:accent5>
      <a:accent6>
        <a:srgbClr val="5C5C5A"/>
      </a:accent6>
      <a:hlink>
        <a:srgbClr val="111111"/>
      </a:hlink>
      <a:folHlink>
        <a:srgbClr val="5C5C5A"/>
      </a:folHlink>
    </a:clrScheme>
    <a:fontScheme name="swiss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swis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keyline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creator>Tyler</dc:creator>
  <cp:lastModifiedBy>Tyler</cp:lastModifiedBy>
  <cp:revision>1</cp:revision>
  <dcterms:created xsi:type="dcterms:W3CDTF">2026-09-24T00:00:00Z</dcterms:created>
  <dcterms:modified xsi:type="dcterms:W3CDTF">2026-09-24T00:00:00Z</dcterms:modified>
</cp:coreProperties>
</file>