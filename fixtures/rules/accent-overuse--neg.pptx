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eral"/>
          <p:cNvSpPr txBox="1"/>
          <p:nvPr/>
        </p:nvSpPr>
        <p:spPr>
          <a:xfrm>
            <a:off x="540000" y="216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CC3322"/>
                </a:solidFill>
                <a:latin typeface="Arial"/>
              </a:rPr>
              <a:t>212</a:t>
            </a:r>
          </a:p>
          <a:p>
            <a:r>
              <a:rPr sz="12000" b="1">
                <a:solidFill>
                  <a:srgbClr val="CC3322"/>
                </a:solidFill>
                <a:latin typeface="Arial"/>
              </a:rPr>
              <a:t>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tree, one keeper</a:t>
            </a:r>
          </a:p>
        </p:txBody>
      </p:sp>
      <p:sp>
        <p:nvSpPr>
          <p:cNvPr id="3" name="red-tag"/>
          <p:cNvSpPr/>
          <p:nvPr/>
        </p:nvSpPr>
        <p:spPr>
          <a:xfrm>
            <a:off x="540000" y="5400000"/>
            <a:ext cx="2880000" cy="540000"/>
          </a:xfrm>
          <a:prstGeom prst="rect">
            <a:avLst/>
          </a:prstGeom>
          <a:solidFill>
            <a:srgbClr val="CC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F2F2F0"/>
                </a:solidFill>
                <a:latin typeface="Arial"/>
              </a:rPr>
              <a:t>NEW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