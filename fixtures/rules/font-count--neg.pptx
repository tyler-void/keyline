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Georgia"/>
              </a:rPr>
              <a:t>Georgia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Calibri"/>
              </a:rPr>
              <a:t>Calibri body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0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Calibri Light"/>
              </a:rPr>
              <a:t>Calibri Light is the same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9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+mn-lt"/>
              </a:rPr>
              <a:t>Theme minor font</a:t>
            </a:r>
          </a:p>
        </p:txBody>
      </p:sp>
      <p:graphicFrame>
        <p:nvGraphicFramePr>
          <p:cNvPr id="6" name="chart"/>
          <p:cNvGraphicFramePr>
            <a:graphicFrameLocks noGrp="1"/>
          </p:cNvGraphicFramePr>
          <p:nvPr/>
        </p:nvGraphicFramePr>
        <p:xfrm>
          <a:off x="7920000" y="2160000"/>
          <a:ext cx="3600000" cy="288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