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720000"/>
            <a:ext cx="72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0">
                <a:solidFill>
                  <a:srgbClr val="111111"/>
                </a:solidFill>
                <a:latin typeface="Georgia"/>
              </a:rPr>
              <a:t>Georgia 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2160000"/>
            <a:ext cx="72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11111"/>
                </a:solidFill>
                <a:latin typeface="Calibri"/>
              </a:rPr>
              <a:t>Calibri body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3060000"/>
            <a:ext cx="72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11111"/>
                </a:solidFill>
                <a:latin typeface="Calibri Light"/>
              </a:rPr>
              <a:t>Calibri Light is the same family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3960000"/>
            <a:ext cx="72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11111"/>
                </a:solidFill>
                <a:latin typeface="+mn-lt"/>
              </a:rPr>
              <a:t>Theme minor font</a:t>
            </a:r>
          </a:p>
        </p:txBody>
      </p:sp>
      <p:graphicFrame>
        <p:nvGraphicFramePr>
          <p:cNvPr id="6" name="chart"/>
          <p:cNvGraphicFramePr>
            <a:graphicFrameLocks noGrp="1"/>
          </p:cNvGraphicFramePr>
          <p:nvPr/>
        </p:nvGraphicFramePr>
        <p:xfrm>
          <a:off x="7920000" y="2160000"/>
          <a:ext cx="3600000" cy="288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Tyler</dc:creator>
  <cp:keywords/>
  <dc:description>generated using python-pptx</dc:description>
  <cp:lastModifiedBy>Tyler</cp:lastModifiedBy>
  <cp:revision>1</cp:revision>
  <dcterms:created xsi:type="dcterms:W3CDTF">2026-09-24T00:00:00Z</dcterms:created>
  <dcterms:modified xsi:type="dcterms:W3CDTF">2026-09-24T00:00:00Z</dcterms:modified>
  <cp:category/>
</cp:coreProperties>
</file>