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ng-title"/>
          <p:cNvSpPr txBox="1"/>
          <p:nvPr/>
        </p:nvSpPr>
        <p:spPr>
          <a:xfrm>
            <a:off x="720000" y="540000"/>
            <a:ext cx="1075212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Eleven words in this title are one more than presented allows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