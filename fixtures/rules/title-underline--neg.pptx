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72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title with an accent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88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Arial"/>
              </a:rPr>
              <a:t>Body text that is long enough to be body</a:t>
            </a:r>
          </a:p>
        </p:txBody>
      </p:sp>
      <p:sp>
        <p:nvSpPr>
          <p:cNvPr id="4" name="hairline"/>
          <p:cNvSpPr/>
          <p:nvPr/>
        </p:nvSpPr>
        <p:spPr>
          <a:xfrm>
            <a:off x="720000" y="1764000"/>
            <a:ext cx="10752120" cy="10800"/>
          </a:xfrm>
          <a:prstGeom prst="rect">
            <a:avLst/>
          </a:prstGeom>
          <a:solidFill>
            <a:srgbClr val="C9C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72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title with an accent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88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Arial"/>
              </a:rPr>
              <a:t>Body text that is long enough to be body</a:t>
            </a:r>
          </a:p>
        </p:txBody>
      </p:sp>
      <p:sp>
        <p:nvSpPr>
          <p:cNvPr id="4" name="above"/>
          <p:cNvSpPr/>
          <p:nvPr/>
        </p:nvSpPr>
        <p:spPr>
          <a:xfrm>
            <a:off x="720000" y="540000"/>
            <a:ext cx="1080000" cy="54000"/>
          </a:xfrm>
          <a:prstGeom prst="rect">
            <a:avLst/>
          </a:prstGeom>
          <a:solidFill>
            <a:srgbClr val="E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72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title with an accent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88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Arial"/>
              </a:rPr>
              <a:t>Body text that is long enough to be body</a:t>
            </a:r>
          </a:p>
        </p:txBody>
      </p:sp>
      <p:sp>
        <p:nvSpPr>
          <p:cNvPr id="4" name="far-below"/>
          <p:cNvSpPr/>
          <p:nvPr/>
        </p:nvSpPr>
        <p:spPr>
          <a:xfrm>
            <a:off x="720000" y="2160000"/>
            <a:ext cx="1080000" cy="54000"/>
          </a:xfrm>
          <a:prstGeom prst="rect">
            <a:avLst/>
          </a:prstGeom>
          <a:solidFill>
            <a:srgbClr val="E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72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title with an accent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88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Arial"/>
              </a:rPr>
              <a:t>Body text that is long enough to be body</a:t>
            </a:r>
          </a:p>
        </p:txBody>
      </p:sp>
      <p:sp>
        <p:nvSpPr>
          <p:cNvPr id="4" name="offset"/>
          <p:cNvSpPr/>
          <p:nvPr/>
        </p:nvSpPr>
        <p:spPr>
          <a:xfrm>
            <a:off x="1440000" y="1764000"/>
            <a:ext cx="1080000" cy="54000"/>
          </a:xfrm>
          <a:prstGeom prst="rect">
            <a:avLst/>
          </a:prstGeom>
          <a:solidFill>
            <a:srgbClr val="E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