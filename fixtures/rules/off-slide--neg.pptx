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within-tolerance"/>
          <p:cNvSpPr txBox="1"/>
          <p:nvPr/>
        </p:nvSpPr>
        <p:spPr>
          <a:xfrm>
            <a:off x="8606520" y="2880000"/>
            <a:ext cx="36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Ends just past the edge</a:t>
            </a:r>
          </a:p>
        </p:txBody>
      </p:sp>
      <p:sp>
        <p:nvSpPr>
          <p:cNvPr id="3" name="inside"/>
          <p:cNvSpPr txBox="1"/>
          <p:nvPr/>
        </p:nvSpPr>
        <p:spPr>
          <a:xfrm>
            <a:off x="720000" y="720000"/>
            <a:ext cx="36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11111"/>
                </a:solidFill>
                <a:latin typeface="Arial"/>
              </a:rPr>
              <a:t>Comfortably inside</a:t>
            </a:r>
          </a:p>
        </p:txBody>
      </p:sp>
      <p:sp>
        <p:nvSpPr>
          <p:cNvPr id="4" name="bleed"/>
          <p:cNvSpPr/>
          <p:nvPr/>
        </p:nvSpPr>
        <p:spPr>
          <a:xfrm>
            <a:off x="-720000" y="4320000"/>
            <a:ext cx="2160000" cy="144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