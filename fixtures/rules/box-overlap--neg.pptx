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ft"/>
          <p:cNvSpPr txBox="1"/>
          <p:nvPr/>
        </p:nvSpPr>
        <p:spPr>
          <a:xfrm>
            <a:off x="1080000" y="1080000"/>
            <a:ext cx="28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111"/>
                </a:solidFill>
                <a:latin typeface="Arial"/>
              </a:rPr>
              <a:t>Left box</a:t>
            </a:r>
          </a:p>
        </p:txBody>
      </p:sp>
      <p:sp>
        <p:nvSpPr>
          <p:cNvPr id="3" name="right"/>
          <p:cNvSpPr txBox="1"/>
          <p:nvPr/>
        </p:nvSpPr>
        <p:spPr>
          <a:xfrm>
            <a:off x="3941999" y="1080000"/>
            <a:ext cx="28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111"/>
                </a:solidFill>
                <a:latin typeface="Arial"/>
              </a:rPr>
              <a:t>Right box touching</a:t>
            </a:r>
          </a:p>
        </p:txBody>
      </p:sp>
      <p:sp>
        <p:nvSpPr>
          <p:cNvPr id="4" name="card"/>
          <p:cNvSpPr/>
          <p:nvPr/>
        </p:nvSpPr>
        <p:spPr>
          <a:xfrm>
            <a:off x="1080000" y="3240000"/>
            <a:ext cx="3600000" cy="180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n-card"/>
          <p:cNvSpPr txBox="1"/>
          <p:nvPr/>
        </p:nvSpPr>
        <p:spPr>
          <a:xfrm>
            <a:off x="1260000" y="3600000"/>
            <a:ext cx="32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Arial"/>
              </a:rPr>
              <a:t>Inside a card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