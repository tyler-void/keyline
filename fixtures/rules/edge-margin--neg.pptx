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ull-background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t-tolerance"/>
          <p:cNvSpPr txBox="1"/>
          <p:nvPr/>
        </p:nvSpPr>
        <p:spPr>
          <a:xfrm>
            <a:off x="450000" y="180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111"/>
                </a:solidFill>
                <a:latin typeface="Arial"/>
              </a:rPr>
              <a:t>At the tolerance</a:t>
            </a:r>
          </a:p>
        </p:txBody>
      </p:sp>
      <p:sp>
        <p:nvSpPr>
          <p:cNvPr id="4" name="box-a"/>
          <p:cNvSpPr/>
          <p:nvPr/>
        </p:nvSpPr>
        <p:spPr>
          <a:xfrm>
            <a:off x="1080000" y="3240000"/>
            <a:ext cx="1440000" cy="72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ox-b"/>
          <p:cNvSpPr/>
          <p:nvPr/>
        </p:nvSpPr>
        <p:spPr>
          <a:xfrm>
            <a:off x="9360000" y="3240000"/>
            <a:ext cx="1440000" cy="72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link"/>
          <p:cNvCxnSpPr>
            <a:stCxn id="4" idx="3"/>
            <a:endCxn id="5" idx="1"/>
          </p:cNvCxnSpPr>
          <p:nvPr/>
        </p:nvCxnSpPr>
        <p:spPr>
          <a:xfrm flipV="1">
            <a:off x="2520000" y="3600000"/>
            <a:ext cx="684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dge-connector"/>
          <p:cNvCxnSpPr>
            <a:stCxn id="4" idx="3"/>
            <a:endCxn id="5" idx="1"/>
          </p:cNvCxnSpPr>
          <p:nvPr/>
        </p:nvCxnSpPr>
        <p:spPr>
          <a:xfrm>
            <a:off x="72000" y="72000"/>
            <a:ext cx="0" cy="352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mpty-box"/>
          <p:cNvSpPr txBox="1"/>
          <p:nvPr/>
        </p:nvSpPr>
        <p:spPr>
          <a:xfrm>
            <a:off x="108000" y="504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