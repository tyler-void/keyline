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Say this.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20000" y="720000"/>
            <a:ext cx="720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0">
                <a:solidFill>
                  <a:srgbClr val="111111"/>
                </a:solidFill>
                <a:latin typeface="Arial"/>
              </a:rPr>
              <a:t>Cover without notes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20000" y="720000"/>
            <a:ext cx="720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0">
                <a:solidFill>
                  <a:srgbClr val="111111"/>
                </a:solidFill>
                <a:latin typeface="Arial"/>
              </a:rPr>
              <a:t>With notes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Tyler</dc:creator>
  <cp:keywords/>
  <dc:description>generated using python-pptx</dc:description>
  <cp:lastModifiedBy>Tyler</cp:lastModifiedBy>
  <cp:revision>1</cp:revision>
  <dcterms:created xsi:type="dcterms:W3CDTF">2026-09-24T00:00:00Z</dcterms:created>
  <dcterms:modified xsi:type="dcterms:W3CDTF">2026-09-24T00:00:00Z</dcterms:modified>
  <cp:category/>
</cp:coreProperties>
</file>