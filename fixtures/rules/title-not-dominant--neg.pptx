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72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>
                <a:solidFill>
                  <a:srgbClr val="111111"/>
                </a:solidFill>
                <a:latin typeface="Arial"/>
              </a:rPr>
              <a:t>A dominant title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720000" y="216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  <a:latin typeface="Arial"/>
              </a:rPr>
              <a:t>Ten words of body text that compete with the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pi"/>
          <p:cNvSpPr txBox="1"/>
          <p:nvPr/>
        </p:nvSpPr>
        <p:spPr>
          <a:xfrm>
            <a:off x="720000" y="720000"/>
            <a:ext cx="36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111111"/>
                </a:solidFill>
                <a:latin typeface="Arial"/>
              </a:rPr>
              <a:t>61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040000" y="720000"/>
            <a:ext cx="643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11111"/>
                </a:solidFill>
                <a:latin typeface="Arial"/>
              </a:rPr>
              <a:t>The real title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20000" y="288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11111"/>
                </a:solidFill>
                <a:latin typeface="Arial"/>
              </a:rPr>
              <a:t>Ten words of body text that compete with the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72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Arial"/>
              </a:rPr>
              <a:t>Title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720000" y="2160000"/>
            <a:ext cx="1075212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11111"/>
                </a:solidFill>
                <a:latin typeface="Arial"/>
              </a:rPr>
              <a:t>Short label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