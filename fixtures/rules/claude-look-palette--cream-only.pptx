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calm deck about bonsai keepers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180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Keepers visit a tree for a whole season before a 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