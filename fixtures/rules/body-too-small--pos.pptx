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clear title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216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111"/>
                </a:solidFill>
                <a:latin typeface="Arial"/>
              </a:rPr>
              <a:t>Eight words of body text sit on this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clear title</a:t>
            </a:r>
          </a:p>
        </p:txBody>
      </p:sp>
      <p:sp>
        <p:nvSpPr>
          <p:cNvPr id="3" name="read-body"/>
          <p:cNvSpPr txBox="1"/>
          <p:nvPr/>
        </p:nvSpPr>
        <p:spPr>
          <a:xfrm>
            <a:off x="720000" y="216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111"/>
                </a:solidFill>
                <a:latin typeface="Arial"/>
              </a:rPr>
              <a:t>Eight words of body text sit on this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clear title</a:t>
            </a:r>
          </a:p>
        </p:txBody>
      </p:sp>
      <p:sp>
        <p:nvSpPr>
          <p:cNvPr id="3" name="tiny"/>
          <p:cNvSpPr txBox="1"/>
          <p:nvPr/>
        </p:nvSpPr>
        <p:spPr>
          <a:xfrm>
            <a:off x="720000" y="216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Arial"/>
              </a:rPr>
              <a:t>Eight words of body text sit on this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