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eyline: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Roles decide where composition rules apply</a:t>
            </a:r>
          </a:p>
        </p:txBody>
      </p:sp>
      <p:sp>
        <p:nvSpPr>
          <p:cNvPr id="3" name="numeral"/>
          <p:cNvSpPr txBox="1"/>
          <p:nvPr/>
        </p:nvSpPr>
        <p:spPr>
          <a:xfrm>
            <a:off x="720000" y="1620000"/>
            <a:ext cx="43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111111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Roles decide where composition rules apply</a:t>
            </a:r>
          </a:p>
        </p:txBody>
      </p:sp>
      <p:sp>
        <p:nvSpPr>
          <p:cNvPr id="3" name="numeral"/>
          <p:cNvSpPr txBox="1"/>
          <p:nvPr/>
        </p:nvSpPr>
        <p:spPr>
          <a:xfrm>
            <a:off x="720000" y="1620000"/>
            <a:ext cx="43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111111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Roles decide where composition rules apply</a:t>
            </a:r>
          </a:p>
        </p:txBody>
      </p:sp>
      <p:sp>
        <p:nvSpPr>
          <p:cNvPr id="3" name="numeral"/>
          <p:cNvSpPr txBox="1"/>
          <p:nvPr/>
        </p:nvSpPr>
        <p:spPr>
          <a:xfrm>
            <a:off x="720000" y="1620000"/>
            <a:ext cx="43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600" b="1">
                <a:solidFill>
                  <a:srgbClr val="111111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Part two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