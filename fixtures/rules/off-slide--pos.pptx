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er-right"/>
          <p:cNvSpPr txBox="1"/>
          <p:nvPr/>
        </p:nvSpPr>
        <p:spPr>
          <a:xfrm>
            <a:off x="9000000" y="288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This line runs past the right edge</a:t>
            </a:r>
          </a:p>
        </p:txBody>
      </p:sp>
      <p:sp>
        <p:nvSpPr>
          <p:cNvPr id="3" name="rotated"/>
          <p:cNvSpPr txBox="1"/>
          <p:nvPr/>
        </p:nvSpPr>
        <p:spPr>
          <a:xfrm rot="1800000">
            <a:off x="3600000" y="594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Rotated caption crossing the bottom</a:t>
            </a:r>
          </a:p>
        </p:txBody>
      </p:sp>
      <p:sp>
        <p:nvSpPr>
          <p:cNvPr id="4" name="bleed"/>
          <p:cNvSpPr/>
          <p:nvPr/>
        </p:nvSpPr>
        <p:spPr>
          <a:xfrm>
            <a:off x="-720000" y="1080000"/>
            <a:ext cx="2160000" cy="144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