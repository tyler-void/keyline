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8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8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8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8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8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8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8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8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8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ECECE8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8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ECEC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6181B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8A5A00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ECECE8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8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8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8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8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8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8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ECECE8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ECECE8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8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8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8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8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8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8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8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8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8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8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8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8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8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8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8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8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8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8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8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8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8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8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8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8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8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8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8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8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8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8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Trees meet keepers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Most keepers visit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EC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airline"/>
          <p:cNvSpPr/>
          <p:nvPr/>
        </p:nvSpPr>
        <p:spPr>
          <a:xfrm>
            <a:off x="540000" y="6192000"/>
            <a:ext cx="11112120" cy="18000"/>
          </a:xfrm>
          <a:prstGeom prst="rect">
            <a:avLst/>
          </a:prstGeom>
          <a:solidFill>
            <a:srgbClr val="3D4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umeral"/>
          <p:cNvSpPr txBox="1"/>
          <p:nvPr/>
        </p:nvSpPr>
        <p:spPr>
          <a:xfrm>
            <a:off x="540000" y="2160000"/>
            <a:ext cx="72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0" b="1">
                <a:solidFill>
                  <a:srgbClr val="F0B429"/>
                </a:solidFill>
                <a:latin typeface="Arial"/>
              </a:rPr>
              <a:t>212 years</a:t>
            </a:r>
          </a:p>
        </p:txBody>
      </p:sp>
      <p:sp>
        <p:nvSpPr>
          <p:cNvPr id="8" name="label"/>
          <p:cNvSpPr txBox="1"/>
          <p:nvPr/>
        </p:nvSpPr>
        <p:spPr>
          <a:xfrm>
            <a:off x="540000" y="4320000"/>
            <a:ext cx="7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A3A7AC"/>
                </a:solidFill>
                <a:latin typeface="Arial"/>
              </a:rPr>
              <a:t>OLDEST TREE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Plant the first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season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ECECE8"/>
      </a:dk1>
      <a:lt1>
        <a:srgbClr val="16181B"/>
      </a:lt1>
      <a:dk2>
        <a:srgbClr val="A3A7AC"/>
      </a:dk2>
      <a:lt2>
        <a:srgbClr val="3D4148"/>
      </a:lt2>
      <a:accent1>
        <a:srgbClr val="F0B429"/>
      </a:accent1>
      <a:accent2>
        <a:srgbClr val="8A5A00"/>
      </a:accent2>
      <a:accent3>
        <a:srgbClr val="A3A7AC"/>
      </a:accent3>
      <a:accent4>
        <a:srgbClr val="3D4148"/>
      </a:accent4>
      <a:accent5>
        <a:srgbClr val="ECECE8"/>
      </a:accent5>
      <a:accent6>
        <a:srgbClr val="A3A7AC"/>
      </a:accent6>
      <a:hlink>
        <a:srgbClr val="ECECE8"/>
      </a:hlink>
      <a:folHlink>
        <a:srgbClr val="A3A7AC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