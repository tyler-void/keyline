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3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eral"/>
          <p:cNvSpPr txBox="1"/>
          <p:nvPr/>
        </p:nvSpPr>
        <p:spPr>
          <a:xfrm>
            <a:off x="540000" y="2160000"/>
            <a:ext cx="50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CC3322"/>
                </a:solidFill>
                <a:latin typeface="Arial"/>
              </a:rPr>
              <a:t>212</a:t>
            </a:r>
          </a:p>
        </p:txBody>
      </p:sp>
      <p:sp>
        <p:nvSpPr>
          <p:cNvPr id="5" name="red-block"/>
          <p:cNvSpPr/>
          <p:nvPr/>
        </p:nvSpPr>
        <p:spPr>
          <a:xfrm>
            <a:off x="7200000" y="2160000"/>
            <a:ext cx="2160000" cy="1080000"/>
          </a:xfrm>
          <a:prstGeom prst="rect">
            <a:avLst/>
          </a:prstGeom>
          <a:solidFill>
            <a:srgbClr val="CC3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