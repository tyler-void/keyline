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title with an 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Body text that is long enough to be body</a:t>
            </a:r>
          </a:p>
        </p:txBody>
      </p:sp>
      <p:sp>
        <p:nvSpPr>
          <p:cNvPr id="4" name="underline"/>
          <p:cNvSpPr/>
          <p:nvPr/>
        </p:nvSpPr>
        <p:spPr>
          <a:xfrm>
            <a:off x="720000" y="1764000"/>
            <a:ext cx="1080000" cy="54000"/>
          </a:xfrm>
          <a:prstGeom prst="rect">
            <a:avLst/>
          </a:prstGeom>
          <a:solidFill>
            <a:srgbClr val="E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