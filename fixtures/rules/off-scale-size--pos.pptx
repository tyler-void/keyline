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twenty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Twenty points is between steps</a:t>
            </a:r>
          </a:p>
        </p:txBody>
      </p:sp>
      <p:sp>
        <p:nvSpPr>
          <p:cNvPr id="4" name="shrunk"/>
          <p:cNvSpPr txBox="1"/>
          <p:nvPr/>
        </p:nvSpPr>
        <p:spPr>
          <a:xfrm>
            <a:off x="540000" y="3600000"/>
            <a:ext cx="7200000" cy="7200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Shrunk by autofit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