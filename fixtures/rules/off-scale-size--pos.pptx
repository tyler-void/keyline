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twenty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11111"/>
                </a:solidFill>
                <a:latin typeface="Arial"/>
              </a:rPr>
              <a:t>Twenty points is between steps</a:t>
            </a:r>
          </a:p>
        </p:txBody>
      </p:sp>
      <p:sp>
        <p:nvSpPr>
          <p:cNvPr id="4" name="shrunk"/>
          <p:cNvSpPr txBox="1"/>
          <p:nvPr/>
        </p:nvSpPr>
        <p:spPr>
          <a:xfrm>
            <a:off x="540000" y="3600000"/>
            <a:ext cx="7200000" cy="720000"/>
          </a:xfrm>
          <a:prstGeom prst="rect">
            <a:avLst/>
          </a:prstGeom>
          <a:noFill/>
        </p:spPr>
        <p:txBody>
          <a:bodyPr wrap="square">
            <a:normAutofit fontScale="90000"/>
          </a:bodyPr>
          <a:lstStyle/>
          <a:p>
            <a:r>
              <a:rPr sz="2400" b="0">
                <a:solidFill>
                  <a:srgbClr val="111111"/>
                </a:solidFill>
                <a:latin typeface="Arial"/>
              </a:rPr>
              <a:t>Shrunk by autofit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