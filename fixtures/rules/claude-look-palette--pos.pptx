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720000" y="540000"/>
            <a:ext cx="1075212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0">
                <a:solidFill>
                  <a:srgbClr val="111111"/>
                </a:solidFill>
                <a:latin typeface="Arial"/>
              </a:rPr>
              <a:t>A calm deck about bonsai keepers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720000" y="1800000"/>
            <a:ext cx="1075212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111111"/>
                </a:solidFill>
                <a:latin typeface="Arial"/>
              </a:rPr>
              <a:t>Keepers visit a tree for a whole season before a match</a:t>
            </a:r>
          </a:p>
        </p:txBody>
      </p:sp>
      <p:sp>
        <p:nvSpPr>
          <p:cNvPr id="4" name="accent"/>
          <p:cNvSpPr txBox="1"/>
          <p:nvPr/>
        </p:nvSpPr>
        <p:spPr>
          <a:xfrm>
            <a:off x="720000" y="3240000"/>
            <a:ext cx="432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C96442"/>
                </a:solidFill>
                <a:latin typeface="Arial"/>
              </a:rPr>
              <a:t>Seasonal Boost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720000" y="540000"/>
            <a:ext cx="1075212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0">
                <a:solidFill>
                  <a:srgbClr val="111111"/>
                </a:solidFill>
                <a:latin typeface="Arial"/>
              </a:rPr>
              <a:t>A calm deck about bonsai keepers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720000" y="1800000"/>
            <a:ext cx="1075212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111111"/>
                </a:solidFill>
                <a:latin typeface="Arial"/>
              </a:rPr>
              <a:t>Keepers visit a tree for a whole season before a match</a:t>
            </a:r>
          </a:p>
        </p:txBody>
      </p:sp>
      <p:sp>
        <p:nvSpPr>
          <p:cNvPr id="4" name="accent"/>
          <p:cNvSpPr txBox="1"/>
          <p:nvPr/>
        </p:nvSpPr>
        <p:spPr>
          <a:xfrm>
            <a:off x="720000" y="3240000"/>
            <a:ext cx="432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C96442"/>
                </a:solidFill>
                <a:latin typeface="Arial"/>
              </a:rPr>
              <a:t>Seasonal Boost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Tyler</dc:creator>
  <cp:keywords/>
  <dc:description>generated using python-pptx</dc:description>
  <cp:lastModifiedBy>Tyler</cp:lastModifiedBy>
  <cp:revision>1</cp:revision>
  <dcterms:created xsi:type="dcterms:W3CDTF">2026-09-24T00:00:00Z</dcterms:created>
  <dcterms:modified xsi:type="dcterms:W3CDTF">2026-09-24T00:00:00Z</dcterms:modified>
  <cp:category/>
</cp:coreProperties>
</file>