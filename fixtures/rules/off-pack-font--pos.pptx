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line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Calibri"/>
              </a:rPr>
              <a:t>Line 1 in Calibri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line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Calibri"/>
              </a:rPr>
              <a:t>Line 2 in Calibri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line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Georgia"/>
              </a:rPr>
              <a:t>Line 3 in Georgia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line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 Black"/>
              </a:rPr>
              <a:t>Line 4 in Arial Black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line"/>
          <p:cNvSpPr txBox="1"/>
          <p:nvPr/>
        </p:nvSpPr>
        <p:spPr>
          <a:xfrm>
            <a:off x="540000" y="21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 Narrow"/>
              </a:rPr>
              <a:t>Line 5 in Arial Narrow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