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1 in Calibri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2 in Calibri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Georgia"/>
              </a:rPr>
              <a:t>Line 3 in Georgia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 Black"/>
              </a:rPr>
              <a:t>Line 4 in Arial Black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 Narrow"/>
              </a:rPr>
              <a:t>Line 5 in Arial Narrow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