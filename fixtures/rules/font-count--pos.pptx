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Georgia"/>
              </a:rPr>
              <a:t>Georgia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Calibri"/>
              </a:rPr>
              <a:t>Calibri body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24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Arial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