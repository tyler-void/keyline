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Georgia"/>
              </a:rPr>
              <a:t>Georgia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libri"/>
              </a:rPr>
              <a:t>Calibri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Arial caption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