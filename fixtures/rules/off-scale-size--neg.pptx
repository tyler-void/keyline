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Body at 24 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numeral"/>
          <p:cNvSpPr txBox="1"/>
          <p:nvPr/>
        </p:nvSpPr>
        <p:spPr>
          <a:xfrm>
            <a:off x="540000" y="4320000"/>
            <a:ext cx="72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111111"/>
                </a:solidFill>
                <a:latin typeface="Arial"/>
              </a:rPr>
              <a:t>120</a:t>
            </a:r>
          </a:p>
        </p:txBody>
      </p:sp>
      <p:sp>
        <p:nvSpPr>
          <p:cNvPr id="6" name="fitted"/>
          <p:cNvSpPr txBox="1"/>
          <p:nvPr/>
        </p:nvSpPr>
        <p:spPr>
          <a:xfrm>
            <a:off x="7200000" y="4320000"/>
            <a:ext cx="4320000" cy="720000"/>
          </a:xfrm>
          <a:prstGeom prst="rect">
            <a:avLst/>
          </a:prstGeom>
          <a:noFill/>
        </p:spPr>
        <p:txBody>
          <a:bodyPr wrap="square">
            <a:normAutofit fontScale="75000"/>
          </a:bodyPr>
          <a:lstStyle/>
          <a:p>
            <a:r>
              <a:rPr sz="3200" b="0">
                <a:solidFill>
                  <a:srgbClr val="111111"/>
                </a:solidFill>
                <a:latin typeface="Arial"/>
              </a:rPr>
              <a:t>Effective 24 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