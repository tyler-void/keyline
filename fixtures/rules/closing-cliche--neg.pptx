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ot-last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Questions?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sing-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Thank you, trees, for your patience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