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lvl1pPr marL="0" indent="0" algn="l">
      <a:lnSpc>
        <a:spcPct val="110000"/>
      </a:lnSpc>
      <a:spcBef>
        <a:spcPts val="0"/>
      </a:spcBef>
      <a:spcAft>
        <a:spcPts val="400"/>
      </a:spcAft>
      <a:buNone/>
      <a:defRPr sz="1300" b="0" i="0" spc="0">
        <a:solidFill>
          <a:srgbClr val="111111"/>
        </a:solidFill>
        <a:latin typeface="+mn-lt"/>
      </a:defRPr>
    </a:lvl1pPr>
    <a:lvl2pPr marL="0" indent="0" algn="l">
      <a:lnSpc>
        <a:spcPct val="110000"/>
      </a:lnSpc>
      <a:spcBef>
        <a:spcPts val="0"/>
      </a:spcBef>
      <a:spcAft>
        <a:spcPts val="400"/>
      </a:spcAft>
      <a:buNone/>
      <a:defRPr sz="1300" b="0" i="0" spc="0">
        <a:solidFill>
          <a:srgbClr val="111111"/>
        </a:solidFill>
        <a:latin typeface="+mn-lt"/>
      </a:defRPr>
    </a:lvl2pPr>
    <a:lvl3pPr marL="0" indent="0" algn="l">
      <a:lnSpc>
        <a:spcPct val="110000"/>
      </a:lnSpc>
      <a:spcBef>
        <a:spcPts val="0"/>
      </a:spcBef>
      <a:spcAft>
        <a:spcPts val="400"/>
      </a:spcAft>
      <a:buNone/>
      <a:defRPr sz="1300" b="0" i="0" spc="0">
        <a:solidFill>
          <a:srgbClr val="111111"/>
        </a:solidFill>
        <a:latin typeface="+mn-lt"/>
      </a:defRPr>
    </a:lvl3pPr>
    <a:lvl4pPr marL="0" indent="0" algn="l">
      <a:lnSpc>
        <a:spcPct val="110000"/>
      </a:lnSpc>
      <a:spcBef>
        <a:spcPts val="0"/>
      </a:spcBef>
      <a:spcAft>
        <a:spcPts val="400"/>
      </a:spcAft>
      <a:buNone/>
      <a:defRPr sz="1300" b="0" i="0" spc="0">
        <a:solidFill>
          <a:srgbClr val="111111"/>
        </a:solidFill>
        <a:latin typeface="+mn-lt"/>
      </a:defRPr>
    </a:lvl4pPr>
    <a:lvl5pPr marL="0" indent="0" algn="l">
      <a:lnSpc>
        <a:spcPct val="110000"/>
      </a:lnSpc>
      <a:spcBef>
        <a:spcPts val="0"/>
      </a:spcBef>
      <a:spcAft>
        <a:spcPts val="400"/>
      </a:spcAft>
      <a:buNone/>
      <a:defRPr sz="1300" b="0" i="0" spc="0">
        <a:solidFill>
          <a:srgbClr val="111111"/>
        </a:solidFill>
        <a:latin typeface="+mn-lt"/>
      </a:defRPr>
    </a:lvl5pPr>
    <a:lvl6pPr marL="0" indent="0" algn="l">
      <a:lnSpc>
        <a:spcPct val="110000"/>
      </a:lnSpc>
      <a:spcBef>
        <a:spcPts val="0"/>
      </a:spcBef>
      <a:spcAft>
        <a:spcPts val="400"/>
      </a:spcAft>
      <a:buNone/>
      <a:defRPr sz="1300" b="0" i="0" spc="0">
        <a:solidFill>
          <a:srgbClr val="111111"/>
        </a:solidFill>
        <a:latin typeface="+mn-lt"/>
      </a:defRPr>
    </a:lvl6pPr>
    <a:lvl7pPr marL="0" indent="0" algn="l">
      <a:lnSpc>
        <a:spcPct val="110000"/>
      </a:lnSpc>
      <a:spcBef>
        <a:spcPts val="0"/>
      </a:spcBef>
      <a:spcAft>
        <a:spcPts val="400"/>
      </a:spcAft>
      <a:buNone/>
      <a:defRPr sz="1300" b="0" i="0" spc="0">
        <a:solidFill>
          <a:srgbClr val="111111"/>
        </a:solidFill>
        <a:latin typeface="+mn-lt"/>
      </a:defRPr>
    </a:lvl7pPr>
    <a:lvl8pPr marL="0" indent="0" algn="l">
      <a:lnSpc>
        <a:spcPct val="110000"/>
      </a:lnSpc>
      <a:spcBef>
        <a:spcPts val="0"/>
      </a:spcBef>
      <a:spcAft>
        <a:spcPts val="400"/>
      </a:spcAft>
      <a:buNone/>
      <a:defRPr sz="1300" b="0" i="0" spc="0">
        <a:solidFill>
          <a:srgbClr val="111111"/>
        </a:solidFill>
        <a:latin typeface="+mn-lt"/>
      </a:defRPr>
    </a:lvl8pPr>
    <a:lvl9pPr marL="0" indent="0" algn="l">
      <a:lnSpc>
        <a:spcPct val="110000"/>
      </a:lnSpc>
      <a:spcBef>
        <a:spcPts val="0"/>
      </a:spcBef>
      <a:spcAft>
        <a:spcPts val="400"/>
      </a:spcAft>
      <a:buNone/>
      <a:defRPr sz="1300" b="0" i="0" spc="0">
        <a:solidFill>
          <a:srgbClr val="111111"/>
        </a:solidFill>
        <a:latin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90000" cy="900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809000"/>
            <a:ext cx="9230000" cy="216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149000"/>
            <a:ext cx="9230000" cy="14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section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2529000"/>
            <a:ext cx="9230000" cy="162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 spc="0">
                <a:solidFill>
                  <a:srgbClr val="F2F2F0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329000"/>
            <a:ext cx="9230000" cy="36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 i="0" cap="all" spc="80">
                <a:solidFill>
                  <a:srgbClr val="E8422E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729000"/>
            <a:ext cx="9230000" cy="279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3609000"/>
            <a:ext cx="9230000" cy="20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evid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2349000"/>
            <a:ext cx="11112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  <a:defRPr sz="13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evidence: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2349000"/>
            <a:ext cx="7348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  <a:defRPr sz="13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Side"/>
          <p:cNvSpPr>
            <a:spLocks noGrp="1"/>
          </p:cNvSpPr>
          <p:nvPr>
            <p:ph type="body" idx="2" hasCustomPrompt="1"/>
          </p:nvPr>
        </p:nvSpPr>
        <p:spPr>
          <a:xfrm>
            <a:off x="8068000" y="2349000"/>
            <a:ext cx="3584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  <a:defRPr sz="13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5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089000"/>
            <a:ext cx="9230000" cy="360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869000"/>
            <a:ext cx="9230000" cy="2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 i="0" cap="all" spc="8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269000"/>
            <a:ext cx="9230000" cy="216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3609000"/>
            <a:ext cx="9230000" cy="20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/>
          </p:nvPr>
        </p:nvSpPr>
        <p:spPr>
          <a:xfrm>
            <a:off x="540000" y="2349000"/>
            <a:ext cx="11112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  <a:defRPr sz="13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2800" b="1" i="0" spc="0">
          <a:solidFill>
            <a:srgbClr val="111111"/>
          </a:solidFill>
          <a:latin typeface="+mj-lt"/>
        </a:defRPr>
      </a:lvl1pPr>
      <a:lvl2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2800" b="1" i="0" spc="0">
          <a:solidFill>
            <a:srgbClr val="111111"/>
          </a:solidFill>
          <a:latin typeface="+mj-lt"/>
        </a:defRPr>
      </a:lvl2pPr>
      <a:lvl3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2800" b="1" i="0" spc="0">
          <a:solidFill>
            <a:srgbClr val="111111"/>
          </a:solidFill>
          <a:latin typeface="+mj-lt"/>
        </a:defRPr>
      </a:lvl3pPr>
      <a:lvl4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2800" b="1" i="0" spc="0">
          <a:solidFill>
            <a:srgbClr val="111111"/>
          </a:solidFill>
          <a:latin typeface="+mj-lt"/>
        </a:defRPr>
      </a:lvl4pPr>
      <a:lvl5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2800" b="1" i="0" spc="0">
          <a:solidFill>
            <a:srgbClr val="111111"/>
          </a:solidFill>
          <a:latin typeface="+mj-lt"/>
        </a:defRPr>
      </a:lvl5pPr>
      <a:lvl6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2800" b="1" i="0" spc="0">
          <a:solidFill>
            <a:srgbClr val="111111"/>
          </a:solidFill>
          <a:latin typeface="+mj-lt"/>
        </a:defRPr>
      </a:lvl6pPr>
      <a:lvl7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2800" b="1" i="0" spc="0">
          <a:solidFill>
            <a:srgbClr val="111111"/>
          </a:solidFill>
          <a:latin typeface="+mj-lt"/>
        </a:defRPr>
      </a:lvl7pPr>
      <a:lvl8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2800" b="1" i="0" spc="0">
          <a:solidFill>
            <a:srgbClr val="111111"/>
          </a:solidFill>
          <a:latin typeface="+mj-lt"/>
        </a:defRPr>
      </a:lvl8pPr>
      <a:lvl9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2800" b="1" i="0" spc="0">
          <a:solidFill>
            <a:srgbClr val="111111"/>
          </a:solidFill>
          <a:latin typeface="+mj-lt"/>
        </a:defRPr>
      </a:lvl9pPr>
    </p:titleStyle>
    <p:bodyStyle>
      <a:lvl1pPr marL="0" indent="0" algn="l">
        <a:lnSpc>
          <a:spcPct val="110000"/>
        </a:lnSpc>
        <a:spcBef>
          <a:spcPts val="0"/>
        </a:spcBef>
        <a:spcAft>
          <a:spcPts val="400"/>
        </a:spcAft>
        <a:buNone/>
        <a:defRPr sz="1300" b="0" i="0" spc="0">
          <a:solidFill>
            <a:srgbClr val="111111"/>
          </a:solidFill>
          <a:latin typeface="+mn-lt"/>
        </a:defRPr>
      </a:lvl1pPr>
      <a:lvl2pPr marL="0" indent="0" algn="l">
        <a:lnSpc>
          <a:spcPct val="110000"/>
        </a:lnSpc>
        <a:spcBef>
          <a:spcPts val="0"/>
        </a:spcBef>
        <a:spcAft>
          <a:spcPts val="400"/>
        </a:spcAft>
        <a:buNone/>
        <a:defRPr sz="1300" b="0" i="0" spc="0">
          <a:solidFill>
            <a:srgbClr val="111111"/>
          </a:solidFill>
          <a:latin typeface="+mn-lt"/>
        </a:defRPr>
      </a:lvl2pPr>
      <a:lvl3pPr marL="0" indent="0" algn="l">
        <a:lnSpc>
          <a:spcPct val="110000"/>
        </a:lnSpc>
        <a:spcBef>
          <a:spcPts val="0"/>
        </a:spcBef>
        <a:spcAft>
          <a:spcPts val="400"/>
        </a:spcAft>
        <a:buNone/>
        <a:defRPr sz="1300" b="0" i="0" spc="0">
          <a:solidFill>
            <a:srgbClr val="111111"/>
          </a:solidFill>
          <a:latin typeface="+mn-lt"/>
        </a:defRPr>
      </a:lvl3pPr>
      <a:lvl4pPr marL="0" indent="0" algn="l">
        <a:lnSpc>
          <a:spcPct val="110000"/>
        </a:lnSpc>
        <a:spcBef>
          <a:spcPts val="0"/>
        </a:spcBef>
        <a:spcAft>
          <a:spcPts val="400"/>
        </a:spcAft>
        <a:buNone/>
        <a:defRPr sz="1300" b="0" i="0" spc="0">
          <a:solidFill>
            <a:srgbClr val="111111"/>
          </a:solidFill>
          <a:latin typeface="+mn-lt"/>
        </a:defRPr>
      </a:lvl4pPr>
      <a:lvl5pPr marL="0" indent="0" algn="l">
        <a:lnSpc>
          <a:spcPct val="110000"/>
        </a:lnSpc>
        <a:spcBef>
          <a:spcPts val="0"/>
        </a:spcBef>
        <a:spcAft>
          <a:spcPts val="400"/>
        </a:spcAft>
        <a:buNone/>
        <a:defRPr sz="1300" b="0" i="0" spc="0">
          <a:solidFill>
            <a:srgbClr val="111111"/>
          </a:solidFill>
          <a:latin typeface="+mn-lt"/>
        </a:defRPr>
      </a:lvl5pPr>
      <a:lvl6pPr marL="0" indent="0" algn="l">
        <a:lnSpc>
          <a:spcPct val="110000"/>
        </a:lnSpc>
        <a:spcBef>
          <a:spcPts val="0"/>
        </a:spcBef>
        <a:spcAft>
          <a:spcPts val="400"/>
        </a:spcAft>
        <a:buNone/>
        <a:defRPr sz="1300" b="0" i="0" spc="0">
          <a:solidFill>
            <a:srgbClr val="111111"/>
          </a:solidFill>
          <a:latin typeface="+mn-lt"/>
        </a:defRPr>
      </a:lvl6pPr>
      <a:lvl7pPr marL="0" indent="0" algn="l">
        <a:lnSpc>
          <a:spcPct val="110000"/>
        </a:lnSpc>
        <a:spcBef>
          <a:spcPts val="0"/>
        </a:spcBef>
        <a:spcAft>
          <a:spcPts val="400"/>
        </a:spcAft>
        <a:buNone/>
        <a:defRPr sz="1300" b="0" i="0" spc="0">
          <a:solidFill>
            <a:srgbClr val="111111"/>
          </a:solidFill>
          <a:latin typeface="+mn-lt"/>
        </a:defRPr>
      </a:lvl7pPr>
      <a:lvl8pPr marL="0" indent="0" algn="l">
        <a:lnSpc>
          <a:spcPct val="110000"/>
        </a:lnSpc>
        <a:spcBef>
          <a:spcPts val="0"/>
        </a:spcBef>
        <a:spcAft>
          <a:spcPts val="400"/>
        </a:spcAft>
        <a:buNone/>
        <a:defRPr sz="1300" b="0" i="0" spc="0">
          <a:solidFill>
            <a:srgbClr val="111111"/>
          </a:solidFill>
          <a:latin typeface="+mn-lt"/>
        </a:defRPr>
      </a:lvl8pPr>
      <a:lvl9pPr marL="0" indent="0" algn="l">
        <a:lnSpc>
          <a:spcPct val="110000"/>
        </a:lnSpc>
        <a:spcBef>
          <a:spcPts val="0"/>
        </a:spcBef>
        <a:spcAft>
          <a:spcPts val="400"/>
        </a:spcAft>
        <a:buNone/>
        <a:defRPr sz="1300" b="0" i="0" spc="0">
          <a:solidFill>
            <a:srgbClr val="111111"/>
          </a:solidFill>
          <a:latin typeface="+mn-lt"/>
        </a:defRPr>
      </a:lvl9pPr>
    </p:bodyStyle>
    <p:otherStyle>
      <a:lvl1pPr marL="0" indent="0" algn="l">
        <a:lnSpc>
          <a:spcPct val="110000"/>
        </a:lnSpc>
        <a:spcBef>
          <a:spcPts val="0"/>
        </a:spcBef>
        <a:spcAft>
          <a:spcPts val="400"/>
        </a:spcAft>
        <a:buNone/>
        <a:defRPr sz="1300" b="0" i="0" spc="0">
          <a:solidFill>
            <a:srgbClr val="111111"/>
          </a:solidFill>
          <a:latin typeface="+mn-lt"/>
        </a:defRPr>
      </a:lvl1pPr>
      <a:lvl2pPr marL="0" indent="0" algn="l">
        <a:lnSpc>
          <a:spcPct val="110000"/>
        </a:lnSpc>
        <a:spcBef>
          <a:spcPts val="0"/>
        </a:spcBef>
        <a:spcAft>
          <a:spcPts val="400"/>
        </a:spcAft>
        <a:buNone/>
        <a:defRPr sz="1300" b="0" i="0" spc="0">
          <a:solidFill>
            <a:srgbClr val="111111"/>
          </a:solidFill>
          <a:latin typeface="+mn-lt"/>
        </a:defRPr>
      </a:lvl2pPr>
      <a:lvl3pPr marL="0" indent="0" algn="l">
        <a:lnSpc>
          <a:spcPct val="110000"/>
        </a:lnSpc>
        <a:spcBef>
          <a:spcPts val="0"/>
        </a:spcBef>
        <a:spcAft>
          <a:spcPts val="400"/>
        </a:spcAft>
        <a:buNone/>
        <a:defRPr sz="1300" b="0" i="0" spc="0">
          <a:solidFill>
            <a:srgbClr val="111111"/>
          </a:solidFill>
          <a:latin typeface="+mn-lt"/>
        </a:defRPr>
      </a:lvl3pPr>
      <a:lvl4pPr marL="0" indent="0" algn="l">
        <a:lnSpc>
          <a:spcPct val="110000"/>
        </a:lnSpc>
        <a:spcBef>
          <a:spcPts val="0"/>
        </a:spcBef>
        <a:spcAft>
          <a:spcPts val="400"/>
        </a:spcAft>
        <a:buNone/>
        <a:defRPr sz="1300" b="0" i="0" spc="0">
          <a:solidFill>
            <a:srgbClr val="111111"/>
          </a:solidFill>
          <a:latin typeface="+mn-lt"/>
        </a:defRPr>
      </a:lvl4pPr>
      <a:lvl5pPr marL="0" indent="0" algn="l">
        <a:lnSpc>
          <a:spcPct val="110000"/>
        </a:lnSpc>
        <a:spcBef>
          <a:spcPts val="0"/>
        </a:spcBef>
        <a:spcAft>
          <a:spcPts val="400"/>
        </a:spcAft>
        <a:buNone/>
        <a:defRPr sz="1300" b="0" i="0" spc="0">
          <a:solidFill>
            <a:srgbClr val="111111"/>
          </a:solidFill>
          <a:latin typeface="+mn-lt"/>
        </a:defRPr>
      </a:lvl5pPr>
      <a:lvl6pPr marL="0" indent="0" algn="l">
        <a:lnSpc>
          <a:spcPct val="110000"/>
        </a:lnSpc>
        <a:spcBef>
          <a:spcPts val="0"/>
        </a:spcBef>
        <a:spcAft>
          <a:spcPts val="400"/>
        </a:spcAft>
        <a:buNone/>
        <a:defRPr sz="1300" b="0" i="0" spc="0">
          <a:solidFill>
            <a:srgbClr val="111111"/>
          </a:solidFill>
          <a:latin typeface="+mn-lt"/>
        </a:defRPr>
      </a:lvl6pPr>
      <a:lvl7pPr marL="0" indent="0" algn="l">
        <a:lnSpc>
          <a:spcPct val="110000"/>
        </a:lnSpc>
        <a:spcBef>
          <a:spcPts val="0"/>
        </a:spcBef>
        <a:spcAft>
          <a:spcPts val="400"/>
        </a:spcAft>
        <a:buNone/>
        <a:defRPr sz="1300" b="0" i="0" spc="0">
          <a:solidFill>
            <a:srgbClr val="111111"/>
          </a:solidFill>
          <a:latin typeface="+mn-lt"/>
        </a:defRPr>
      </a:lvl7pPr>
      <a:lvl8pPr marL="0" indent="0" algn="l">
        <a:lnSpc>
          <a:spcPct val="110000"/>
        </a:lnSpc>
        <a:spcBef>
          <a:spcPts val="0"/>
        </a:spcBef>
        <a:spcAft>
          <a:spcPts val="400"/>
        </a:spcAft>
        <a:buNone/>
        <a:defRPr sz="1300" b="0" i="0" spc="0">
          <a:solidFill>
            <a:srgbClr val="111111"/>
          </a:solidFill>
          <a:latin typeface="+mn-lt"/>
        </a:defRPr>
      </a:lvl8pPr>
      <a:lvl9pPr marL="0" indent="0" algn="l">
        <a:lnSpc>
          <a:spcPct val="110000"/>
        </a:lnSpc>
        <a:spcBef>
          <a:spcPts val="0"/>
        </a:spcBef>
        <a:spcAft>
          <a:spcPts val="400"/>
        </a:spcAft>
        <a:buNone/>
        <a:defRPr sz="1300" b="0" i="0" spc="0">
          <a:solidFill>
            <a:srgbClr val="111111"/>
          </a:solidFill>
          <a:latin typeface="+mn-lt"/>
        </a:defRPr>
      </a:lvl9pPr>
    </p:otherStyle>
  </p:txStyles>
</p:sldMaster>
</file>

<file path=ppt/theme/theme1.xml><?xml version="1.0" encoding="utf-8"?>
<a:theme xmlns:a="http://schemas.openxmlformats.org/drawingml/2006/main" name="keyline swiss">
  <a:themeElements>
    <a:clrScheme name="swiss">
      <a:dk1>
        <a:srgbClr val="111111"/>
      </a:dk1>
      <a:lt1>
        <a:srgbClr val="F2F2F0"/>
      </a:lt1>
      <a:dk2>
        <a:srgbClr val="5C5C5A"/>
      </a:dk2>
      <a:lt2>
        <a:srgbClr val="B8B8B4"/>
      </a:lt2>
      <a:accent1>
        <a:srgbClr val="CC3322"/>
      </a:accent1>
      <a:accent2>
        <a:srgbClr val="E8422E"/>
      </a:accent2>
      <a:accent3>
        <a:srgbClr val="5C5C5A"/>
      </a:accent3>
      <a:accent4>
        <a:srgbClr val="B8B8B4"/>
      </a:accent4>
      <a:accent5>
        <a:srgbClr val="111111"/>
      </a:accent5>
      <a:accent6>
        <a:srgbClr val="5C5C5A"/>
      </a:accent6>
      <a:hlink>
        <a:srgbClr val="111111"/>
      </a:hlink>
      <a:folHlink>
        <a:srgbClr val="5C5C5A"/>
      </a:folHlink>
    </a:clrScheme>
    <a:fontScheme name="swis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wis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keyline</Application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keyline swiss (read)</dc:title>
  <dc:creator/>
  <cp:lastModifiedBy/>
  <cp:revision>1</cp:revision>
  <dcterms:created xsi:type="dcterms:W3CDTF">2026-09-27T00:00:00Z</dcterms:created>
  <dcterms:modified xsi:type="dcterms:W3CDTF">2026-09-27T00:00:00Z</dcterms:modified>
</cp:coreProperties>
</file>