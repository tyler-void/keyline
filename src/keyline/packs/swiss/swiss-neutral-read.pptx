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11262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i="0" cap="all" spc="80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7883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7883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i="0" cap="all" spc="8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11262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11111"/>
          </a:solidFill>
          <a:latin typeface="+mn-lt"/>
        </a:defRPr>
      </a:lvl9pPr>
    </p:otherStyle>
  </p:txStyles>
</p:sldMaster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neutral (read)</dc:title>
  <dc:creator/>
  <cp:lastModifiedBy/>
  <cp:revision>1</cp:revision>
  <dcterms:created xsi:type="dcterms:W3CDTF">2026-09-27T00:00:00Z</dcterms:created>
  <dcterms:modified xsi:type="dcterms:W3CDTF">2026-09-27T00:00:00Z</dcterms:modified>
</cp:coreProperties>
</file>