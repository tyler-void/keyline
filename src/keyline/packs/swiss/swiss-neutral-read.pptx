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  <a:cs typeface="+mn-cs"/>
      </a:defRPr>
    </a:lvl1pPr>
    <a:lvl2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  <a:cs typeface="+mn-cs"/>
      </a:defRPr>
    </a:lvl2pPr>
    <a:lvl3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  <a:cs typeface="+mn-cs"/>
      </a:defRPr>
    </a:lvl3pPr>
    <a:lvl4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  <a:cs typeface="+mn-cs"/>
      </a:defRPr>
    </a:lvl4pPr>
    <a:lvl5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  <a:cs typeface="+mn-cs"/>
      </a:defRPr>
    </a:lvl5pPr>
    <a:lvl6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  <a:cs typeface="+mn-cs"/>
      </a:defRPr>
    </a:lvl6pPr>
    <a:lvl7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  <a:cs typeface="+mn-cs"/>
      </a:defRPr>
    </a:lvl7pPr>
    <a:lvl8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  <a:cs typeface="+mn-cs"/>
      </a:defRPr>
    </a:lvl8pPr>
    <a:lvl9pPr marL="0" indent="0" algn="l">
      <a:lnSpc>
        <a:spcPct val="110000"/>
      </a:lnSpc>
      <a:spcBef>
        <a:spcPts val="0"/>
      </a:spcBef>
      <a:spcAft>
        <a:spcPts val="400"/>
      </a:spcAft>
      <a:buNone/>
      <a:defRPr sz="1300" b="0" i="0" spc="0">
        <a:solidFill>
          <a:srgbClr val="111111"/>
        </a:solidFill>
        <a:latin typeface="+mn-lt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2540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F2F2F0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i="0" cap="all" spc="80">
                <a:solidFill>
                  <a:srgbClr val="E8422E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77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778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400" b="0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1" i="0" cap="all" spc="8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2540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6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900" b="0" i="0" spc="0">
                <a:solidFill>
                  <a:srgbClr val="5C5C5A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b="1" i="0" spc="0">
                <a:solidFill>
                  <a:srgbClr val="111111"/>
                </a:solidFill>
                <a:latin typeface="+mj-lt"/>
                <a:cs typeface="+mj-cs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  <a:defRPr sz="1300" b="0" i="0" spc="0">
                <a:solidFill>
                  <a:srgbClr val="111111"/>
                </a:solidFill>
                <a:latin typeface="+mn-lt"/>
                <a:cs typeface="+mn-cs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  <a:cs typeface="+mj-cs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  <a:cs typeface="+mj-cs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  <a:cs typeface="+mj-cs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  <a:cs typeface="+mj-cs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  <a:cs typeface="+mj-cs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  <a:cs typeface="+mj-cs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  <a:cs typeface="+mj-cs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  <a:cs typeface="+mj-cs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2800" b="1" i="0" spc="0">
          <a:solidFill>
            <a:srgbClr val="111111"/>
          </a:solidFill>
          <a:latin typeface="+mj-lt"/>
          <a:cs typeface="+mj-cs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  <a:cs typeface="+mn-cs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  <a:cs typeface="+mn-cs"/>
        </a:defRPr>
      </a:lvl1pPr>
      <a:lvl2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  <a:cs typeface="+mn-cs"/>
        </a:defRPr>
      </a:lvl2pPr>
      <a:lvl3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  <a:cs typeface="+mn-cs"/>
        </a:defRPr>
      </a:lvl3pPr>
      <a:lvl4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  <a:cs typeface="+mn-cs"/>
        </a:defRPr>
      </a:lvl4pPr>
      <a:lvl5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  <a:cs typeface="+mn-cs"/>
        </a:defRPr>
      </a:lvl5pPr>
      <a:lvl6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  <a:cs typeface="+mn-cs"/>
        </a:defRPr>
      </a:lvl6pPr>
      <a:lvl7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  <a:cs typeface="+mn-cs"/>
        </a:defRPr>
      </a:lvl7pPr>
      <a:lvl8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  <a:cs typeface="+mn-cs"/>
        </a:defRPr>
      </a:lvl8pPr>
      <a:lvl9pPr marL="0" indent="0" algn="l">
        <a:lnSpc>
          <a:spcPct val="110000"/>
        </a:lnSpc>
        <a:spcBef>
          <a:spcPts val="0"/>
        </a:spcBef>
        <a:spcAft>
          <a:spcPts val="400"/>
        </a:spcAft>
        <a:buNone/>
        <a:defRPr sz="1300" b="0" i="0" spc="0">
          <a:solidFill>
            <a:srgbClr val="111111"/>
          </a:solidFill>
          <a:latin typeface="+mn-lt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keyline swiss neutral (read)</dc:title>
  <dc:creator/>
  <cp:lastModifiedBy/>
  <cp:revision>1</cp:revision>
  <dcterms:created xsi:type="dcterms:W3CDTF">2026-09-27T00:00:00Z</dcterms:created>
  <dcterms:modified xsi:type="dcterms:W3CDTF">2026-09-27T00:00:00Z</dcterms:modified>
</cp:coreProperties>
</file>